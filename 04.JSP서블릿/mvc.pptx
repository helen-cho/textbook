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96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83323-3A4F-4D18-9C07-5A091A08F5F2}" type="datetimeFigureOut">
              <a:rPr lang="ko-KR" altLang="en-US" smtClean="0"/>
              <a:pPr/>
              <a:t>2023-07-24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6A1A-40A4-46EE-803C-05B0C0250D3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83323-3A4F-4D18-9C07-5A091A08F5F2}" type="datetimeFigureOut">
              <a:rPr lang="ko-KR" altLang="en-US" smtClean="0"/>
              <a:pPr/>
              <a:t>2023-07-24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6A1A-40A4-46EE-803C-05B0C0250D3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83323-3A4F-4D18-9C07-5A091A08F5F2}" type="datetimeFigureOut">
              <a:rPr lang="ko-KR" altLang="en-US" smtClean="0"/>
              <a:pPr/>
              <a:t>2023-07-24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6A1A-40A4-46EE-803C-05B0C0250D3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83323-3A4F-4D18-9C07-5A091A08F5F2}" type="datetimeFigureOut">
              <a:rPr lang="ko-KR" altLang="en-US" smtClean="0"/>
              <a:pPr/>
              <a:t>2023-07-24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6A1A-40A4-46EE-803C-05B0C0250D3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83323-3A4F-4D18-9C07-5A091A08F5F2}" type="datetimeFigureOut">
              <a:rPr lang="ko-KR" altLang="en-US" smtClean="0"/>
              <a:pPr/>
              <a:t>2023-07-24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6A1A-40A4-46EE-803C-05B0C0250D3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83323-3A4F-4D18-9C07-5A091A08F5F2}" type="datetimeFigureOut">
              <a:rPr lang="ko-KR" altLang="en-US" smtClean="0"/>
              <a:pPr/>
              <a:t>2023-07-24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6A1A-40A4-46EE-803C-05B0C0250D3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83323-3A4F-4D18-9C07-5A091A08F5F2}" type="datetimeFigureOut">
              <a:rPr lang="ko-KR" altLang="en-US" smtClean="0"/>
              <a:pPr/>
              <a:t>2023-07-24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6A1A-40A4-46EE-803C-05B0C0250D3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83323-3A4F-4D18-9C07-5A091A08F5F2}" type="datetimeFigureOut">
              <a:rPr lang="ko-KR" altLang="en-US" smtClean="0"/>
              <a:pPr/>
              <a:t>2023-07-24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6A1A-40A4-46EE-803C-05B0C0250D3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83323-3A4F-4D18-9C07-5A091A08F5F2}" type="datetimeFigureOut">
              <a:rPr lang="ko-KR" altLang="en-US" smtClean="0"/>
              <a:pPr/>
              <a:t>2023-07-24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6A1A-40A4-46EE-803C-05B0C0250D3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83323-3A4F-4D18-9C07-5A091A08F5F2}" type="datetimeFigureOut">
              <a:rPr lang="ko-KR" altLang="en-US" smtClean="0"/>
              <a:pPr/>
              <a:t>2023-07-24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6A1A-40A4-46EE-803C-05B0C0250D3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83323-3A4F-4D18-9C07-5A091A08F5F2}" type="datetimeFigureOut">
              <a:rPr lang="ko-KR" altLang="en-US" smtClean="0"/>
              <a:pPr/>
              <a:t>2023-07-24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6A1A-40A4-46EE-803C-05B0C0250D3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983323-3A4F-4D18-9C07-5A091A08F5F2}" type="datetimeFigureOut">
              <a:rPr lang="ko-KR" altLang="en-US" smtClean="0"/>
              <a:pPr/>
              <a:t>2023-07-24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46A1A-40A4-46EE-803C-05B0C0250D3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500034" y="2745398"/>
            <a:ext cx="1285884" cy="19166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Browser</a:t>
            </a:r>
          </a:p>
          <a:p>
            <a:pPr algn="ctr"/>
            <a:r>
              <a:rPr lang="en-US" altLang="ko-KR" dirty="0"/>
              <a:t>(</a:t>
            </a:r>
            <a:r>
              <a:rPr lang="en-US" altLang="ko-KR" sz="1400" dirty="0" err="1"/>
              <a:t>Chrom</a:t>
            </a:r>
            <a:r>
              <a:rPr lang="en-US" altLang="ko-KR" dirty="0"/>
              <a:t>)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357422" y="2018876"/>
            <a:ext cx="4500594" cy="3357586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714348" y="4745662"/>
            <a:ext cx="857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Client</a:t>
            </a:r>
            <a:endParaRPr lang="ko-KR" altLang="en-US" sz="16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3428992" y="5519338"/>
            <a:ext cx="30718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Application Server</a:t>
            </a:r>
            <a:endParaRPr lang="ko-KR" altLang="en-US" sz="1600" b="1" dirty="0"/>
          </a:p>
        </p:txBody>
      </p:sp>
      <p:sp>
        <p:nvSpPr>
          <p:cNvPr id="10" name="직사각형 9"/>
          <p:cNvSpPr/>
          <p:nvPr/>
        </p:nvSpPr>
        <p:spPr>
          <a:xfrm>
            <a:off x="2643174" y="2518942"/>
            <a:ext cx="1571636" cy="857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Controller</a:t>
            </a:r>
          </a:p>
          <a:p>
            <a:pPr algn="ctr"/>
            <a:r>
              <a:rPr lang="en-US" altLang="ko-KR" sz="1400" dirty="0"/>
              <a:t>(</a:t>
            </a:r>
            <a:r>
              <a:rPr lang="en-US" altLang="ko-KR" sz="1400" dirty="0" err="1"/>
              <a:t>Servlet</a:t>
            </a:r>
            <a:r>
              <a:rPr lang="en-US" altLang="ko-KR" sz="1400" dirty="0"/>
              <a:t>)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2643174" y="4019140"/>
            <a:ext cx="1643074" cy="857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View</a:t>
            </a:r>
          </a:p>
          <a:p>
            <a:pPr algn="ctr"/>
            <a:r>
              <a:rPr lang="en-US" altLang="ko-KR" dirty="0"/>
              <a:t>(</a:t>
            </a:r>
            <a:r>
              <a:rPr lang="en-US" altLang="ko-KR" sz="1400" dirty="0"/>
              <a:t>JSP/HTML</a:t>
            </a:r>
            <a:r>
              <a:rPr lang="en-US" altLang="ko-KR" dirty="0"/>
              <a:t>)</a:t>
            </a:r>
          </a:p>
        </p:txBody>
      </p:sp>
      <p:sp>
        <p:nvSpPr>
          <p:cNvPr id="12" name="타원 11"/>
          <p:cNvSpPr/>
          <p:nvPr/>
        </p:nvSpPr>
        <p:spPr>
          <a:xfrm>
            <a:off x="4786314" y="3447636"/>
            <a:ext cx="1714512" cy="92869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Model</a:t>
            </a:r>
          </a:p>
          <a:p>
            <a:pPr algn="ctr"/>
            <a:r>
              <a:rPr lang="en-US" altLang="ko-KR" dirty="0"/>
              <a:t>(</a:t>
            </a:r>
            <a:r>
              <a:rPr lang="en-US" altLang="ko-KR" sz="1400" dirty="0"/>
              <a:t>Java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3" name="순서도: 자기 디스크 12"/>
          <p:cNvSpPr/>
          <p:nvPr/>
        </p:nvSpPr>
        <p:spPr>
          <a:xfrm>
            <a:off x="7286644" y="2673960"/>
            <a:ext cx="1214446" cy="2000264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DBMS</a:t>
            </a:r>
          </a:p>
          <a:p>
            <a:pPr algn="ctr"/>
            <a:r>
              <a:rPr lang="en-US" altLang="ko-KR" dirty="0"/>
              <a:t>(</a:t>
            </a:r>
            <a:r>
              <a:rPr lang="en-US" altLang="ko-KR" sz="1400" dirty="0"/>
              <a:t>Oracle</a:t>
            </a:r>
            <a:r>
              <a:rPr lang="en-US" altLang="ko-KR" dirty="0"/>
              <a:t>)</a:t>
            </a:r>
          </a:p>
          <a:p>
            <a:pPr algn="ctr"/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7072330" y="4764298"/>
            <a:ext cx="1785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Database Server</a:t>
            </a:r>
            <a:endParaRPr lang="ko-KR" altLang="en-US" sz="1600" b="1" dirty="0"/>
          </a:p>
        </p:txBody>
      </p:sp>
      <p:cxnSp>
        <p:nvCxnSpPr>
          <p:cNvPr id="16" name="직선 화살표 연결선 15"/>
          <p:cNvCxnSpPr/>
          <p:nvPr/>
        </p:nvCxnSpPr>
        <p:spPr>
          <a:xfrm flipV="1">
            <a:off x="1785918" y="2733256"/>
            <a:ext cx="857256" cy="571504"/>
          </a:xfrm>
          <a:prstGeom prst="straightConnector1">
            <a:avLst/>
          </a:prstGeom>
          <a:ln w="19050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>
            <a:stCxn id="10" idx="3"/>
          </p:cNvCxnSpPr>
          <p:nvPr/>
        </p:nvCxnSpPr>
        <p:spPr>
          <a:xfrm>
            <a:off x="4214810" y="2947570"/>
            <a:ext cx="1000132" cy="571504"/>
          </a:xfrm>
          <a:prstGeom prst="straightConnector1">
            <a:avLst/>
          </a:prstGeom>
          <a:ln w="19050">
            <a:solidFill>
              <a:schemeClr val="tx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>
            <a:stCxn id="11" idx="1"/>
          </p:cNvCxnSpPr>
          <p:nvPr/>
        </p:nvCxnSpPr>
        <p:spPr>
          <a:xfrm rot="10800000">
            <a:off x="1785918" y="3947702"/>
            <a:ext cx="857256" cy="500066"/>
          </a:xfrm>
          <a:prstGeom prst="straightConnector1">
            <a:avLst/>
          </a:prstGeom>
          <a:ln w="19050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785918" y="888010"/>
            <a:ext cx="52864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/>
              <a:t>MVC Architecture</a:t>
            </a:r>
            <a:endParaRPr lang="ko-KR" altLang="en-US" sz="3600" b="1" dirty="0"/>
          </a:p>
        </p:txBody>
      </p:sp>
      <p:cxnSp>
        <p:nvCxnSpPr>
          <p:cNvPr id="43" name="직선 화살표 연결선 42"/>
          <p:cNvCxnSpPr>
            <a:stCxn id="10" idx="2"/>
          </p:cNvCxnSpPr>
          <p:nvPr/>
        </p:nvCxnSpPr>
        <p:spPr>
          <a:xfrm rot="5400000">
            <a:off x="3107521" y="3697669"/>
            <a:ext cx="642942" cy="1588"/>
          </a:xfrm>
          <a:prstGeom prst="straightConnector1">
            <a:avLst/>
          </a:prstGeom>
          <a:ln w="19050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/>
          <p:cNvCxnSpPr>
            <a:stCxn id="12" idx="6"/>
          </p:cNvCxnSpPr>
          <p:nvPr/>
        </p:nvCxnSpPr>
        <p:spPr>
          <a:xfrm flipV="1">
            <a:off x="6500826" y="3888407"/>
            <a:ext cx="714380" cy="23576"/>
          </a:xfrm>
          <a:prstGeom prst="straightConnector1">
            <a:avLst/>
          </a:prstGeom>
          <a:ln w="19050">
            <a:solidFill>
              <a:schemeClr val="tx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857356" y="2888274"/>
            <a:ext cx="642942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1.</a:t>
            </a:r>
            <a:r>
              <a:rPr lang="ko-KR" altLang="en-US" sz="1200" dirty="0"/>
              <a:t>요청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14876" y="3031150"/>
            <a:ext cx="200026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2. </a:t>
            </a:r>
            <a:r>
              <a:rPr lang="ko-KR" altLang="en-US" sz="1200" dirty="0"/>
              <a:t>비즈니스 </a:t>
            </a:r>
            <a:r>
              <a:rPr lang="ko-KR" altLang="en-US" sz="1200" dirty="0" err="1"/>
              <a:t>로직</a:t>
            </a:r>
            <a:r>
              <a:rPr lang="ko-KR" altLang="en-US" sz="1200" dirty="0"/>
              <a:t> 처리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000364" y="3531216"/>
            <a:ext cx="1000132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3. </a:t>
            </a:r>
            <a:r>
              <a:rPr lang="ko-KR" altLang="en-US" sz="1200" dirty="0" err="1"/>
              <a:t>뷰선택</a:t>
            </a:r>
            <a:endParaRPr lang="ko-KR" altLang="en-US" sz="1200" dirty="0"/>
          </a:p>
        </p:txBody>
      </p:sp>
      <p:sp>
        <p:nvSpPr>
          <p:cNvPr id="60" name="TextBox 59"/>
          <p:cNvSpPr txBox="1"/>
          <p:nvPr/>
        </p:nvSpPr>
        <p:spPr>
          <a:xfrm>
            <a:off x="1928794" y="4102720"/>
            <a:ext cx="642942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4.</a:t>
            </a:r>
            <a:r>
              <a:rPr lang="ko-KR" altLang="en-US" sz="1200" dirty="0"/>
              <a:t>응답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</TotalTime>
  <Words>43</Words>
  <Application>Microsoft Office PowerPoint</Application>
  <PresentationFormat>화면 슬라이드 쇼(4:3)</PresentationFormat>
  <Paragraphs>18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SS</dc:creator>
  <cp:lastModifiedBy>user</cp:lastModifiedBy>
  <cp:revision>38</cp:revision>
  <dcterms:created xsi:type="dcterms:W3CDTF">2020-09-06T10:55:11Z</dcterms:created>
  <dcterms:modified xsi:type="dcterms:W3CDTF">2023-07-24T00:32:28Z</dcterms:modified>
</cp:coreProperties>
</file>