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8"/>
  </p:notesMasterIdLst>
  <p:sldIdLst>
    <p:sldId id="262" r:id="rId2"/>
    <p:sldId id="261" r:id="rId3"/>
    <p:sldId id="264" r:id="rId4"/>
    <p:sldId id="263" r:id="rId5"/>
    <p:sldId id="260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06" autoAdjust="0"/>
    <p:restoredTop sz="94552" autoAdjust="0"/>
  </p:normalViewPr>
  <p:slideViewPr>
    <p:cSldViewPr snapToGrid="0">
      <p:cViewPr varScale="1">
        <p:scale>
          <a:sx n="74" d="100"/>
          <a:sy n="74" d="100"/>
        </p:scale>
        <p:origin x="608" y="4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D20DE-EA52-436A-AD24-6E2A76FCFA4E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1F003-16CA-49B6-9EC2-9AC8D21DD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88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5C2C9-A18A-190B-6BDE-757FB81BA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10572D-EF27-D583-11BF-56ACA9E46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F314E6-B3B0-CB3A-4328-D99785B17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E0244D-E3ED-207B-C688-20BA52344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670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8E896-0B81-C195-4866-80746C3C7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5CB5B1-6D22-1BDD-921B-F563440E7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54ACC6-9786-DEF9-07D4-88B93E4ED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5291E0-CCE0-8DF4-0854-D62239D2E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534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4D4B-EC80-EA81-BBF5-45EA8350C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015A62-0289-02CE-9883-A6FD7BDE4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DB971D-0254-3892-FD1E-BE5D90DB1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6A20CB-0DDD-92E1-9464-0E4121D04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826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0ADD4-BE4F-5035-598C-00EB5A393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CC7DCC-117E-251D-1B8F-0EE92A38F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CF9F78-A8FA-5FA6-7425-43B9EA9AA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162A2E-226F-96C2-C3F3-81DDFA4D5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382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05780-F2FC-15EC-629F-7C62C4EF7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460504-FDE8-378C-A9DF-537657386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8BCC3D-6753-042D-8BB0-3FF858CD4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04E0D5-C4C7-0711-15D0-D0668288C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011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800AD-79CD-FD1B-F208-1A567CBA8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84679A-A8AC-DD87-6782-B4AF165D0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DAB21D-DD40-D002-EAAC-BE6157690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66E6C1-A88F-5B32-648B-51FB24BCC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661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569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9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70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13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70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7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459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32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64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39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565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615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571D2-B78A-BD45-EE09-1B9BC750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3CBA5D-8695-5AF8-7926-199B946C4F8E}"/>
              </a:ext>
            </a:extLst>
          </p:cNvPr>
          <p:cNvSpPr txBox="1"/>
          <p:nvPr/>
        </p:nvSpPr>
        <p:spPr>
          <a:xfrm>
            <a:off x="644938" y="1844350"/>
            <a:ext cx="1090212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800" b="1" dirty="0">
                <a:solidFill>
                  <a:schemeClr val="tx2"/>
                </a:solidFill>
                <a:latin typeface="+mj-ea"/>
                <a:ea typeface="+mj-ea"/>
              </a:rPr>
              <a:t>1. </a:t>
            </a:r>
            <a:r>
              <a:rPr lang="ko-KR" altLang="en-US" sz="2800" b="1" dirty="0">
                <a:solidFill>
                  <a:schemeClr val="tx2"/>
                </a:solidFill>
                <a:latin typeface="+mj-ea"/>
                <a:ea typeface="+mj-ea"/>
              </a:rPr>
              <a:t>웹페이지에서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마우스 클릭</a:t>
            </a:r>
            <a:r>
              <a:rPr lang="en-US" altLang="ko-KR" sz="2800" b="1" dirty="0">
                <a:latin typeface="+mj-ea"/>
                <a:ea typeface="+mj-ea"/>
              </a:rPr>
              <a:t>,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키보드 입력 </a:t>
            </a:r>
            <a:r>
              <a:rPr lang="ko-KR" altLang="en-US" sz="2800" b="1" dirty="0">
                <a:solidFill>
                  <a:schemeClr val="tx2"/>
                </a:solidFill>
                <a:latin typeface="+mj-ea"/>
                <a:ea typeface="+mj-ea"/>
              </a:rPr>
              <a:t>등과 같은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특정 사건</a:t>
            </a:r>
            <a:r>
              <a:rPr lang="ko-KR" altLang="en-US" sz="2800" b="1" dirty="0">
                <a:solidFill>
                  <a:schemeClr val="tx2"/>
                </a:solidFill>
                <a:latin typeface="+mj-ea"/>
                <a:ea typeface="+mj-ea"/>
              </a:rPr>
              <a:t>이 발생했을 때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실행되는</a:t>
            </a:r>
            <a:r>
              <a:rPr lang="ko-KR" altLang="en-US" sz="2800" b="1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코드 블록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(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함수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)</a:t>
            </a:r>
            <a:r>
              <a:rPr lang="ko-KR" altLang="en-US" sz="2800" b="1" dirty="0">
                <a:latin typeface="+mj-ea"/>
                <a:ea typeface="+mj-ea"/>
              </a:rPr>
              <a:t>을 의미한다</a:t>
            </a:r>
            <a:r>
              <a:rPr lang="en-US" altLang="ko-KR" sz="2800" b="1" dirty="0">
                <a:latin typeface="+mj-ea"/>
                <a:ea typeface="+mj-ea"/>
              </a:rPr>
              <a:t>.</a:t>
            </a:r>
          </a:p>
          <a:p>
            <a:pPr algn="just"/>
            <a:r>
              <a:rPr lang="en-US" altLang="ko-KR" sz="2800" b="1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</a:p>
          <a:p>
            <a:pPr algn="just"/>
            <a:r>
              <a:rPr lang="en-US" altLang="ko-KR" sz="2800" b="1" dirty="0">
                <a:solidFill>
                  <a:schemeClr val="tx2"/>
                </a:solidFill>
                <a:latin typeface="+mj-ea"/>
              </a:rPr>
              <a:t>2. </a:t>
            </a:r>
            <a:r>
              <a:rPr lang="ko-KR" altLang="en-US" sz="2800" b="1" dirty="0">
                <a:latin typeface="+mj-ea"/>
              </a:rPr>
              <a:t>이벤트 </a:t>
            </a:r>
            <a:r>
              <a:rPr lang="ko-KR" altLang="en-US" sz="2800" b="1" dirty="0" err="1">
                <a:latin typeface="+mj-ea"/>
              </a:rPr>
              <a:t>핸들러를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 </a:t>
            </a:r>
            <a:r>
              <a:rPr lang="ko-KR" altLang="en-US" sz="2800" b="1" dirty="0">
                <a:solidFill>
                  <a:schemeClr val="tx2"/>
                </a:solidFill>
                <a:latin typeface="+mj-ea"/>
              </a:rPr>
              <a:t>특정 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</a:rPr>
              <a:t>DOM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요소 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</a:rPr>
              <a:t>(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버튼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</a:rPr>
              <a:t>,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입력박스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</a:rPr>
              <a:t>)</a:t>
            </a:r>
            <a:r>
              <a:rPr lang="ko-KR" altLang="en-US" sz="2800" b="1" dirty="0">
                <a:solidFill>
                  <a:schemeClr val="tx2"/>
                </a:solidFill>
                <a:latin typeface="+mj-ea"/>
              </a:rPr>
              <a:t>등에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등록</a:t>
            </a:r>
            <a:r>
              <a:rPr lang="ko-KR" altLang="en-US" sz="2800" b="1" dirty="0">
                <a:solidFill>
                  <a:schemeClr val="tx2"/>
                </a:solidFill>
                <a:latin typeface="+mj-ea"/>
              </a:rPr>
              <a:t>하면 </a:t>
            </a:r>
            <a:r>
              <a:rPr lang="en-US" altLang="ko-KR" sz="2800" b="1" dirty="0">
                <a:solidFill>
                  <a:schemeClr val="tx2"/>
                </a:solidFill>
                <a:latin typeface="+mj-ea"/>
              </a:rPr>
              <a:t> </a:t>
            </a:r>
            <a:r>
              <a:rPr lang="ko-KR" altLang="en-US" sz="2800" b="1" dirty="0">
                <a:solidFill>
                  <a:schemeClr val="tx2"/>
                </a:solidFill>
                <a:latin typeface="+mj-ea"/>
              </a:rPr>
              <a:t>이벤트 발생을 기다렸다 원하는 기능을 처리한다</a:t>
            </a:r>
            <a:r>
              <a:rPr lang="en-US" altLang="ko-KR" sz="2800" b="1" dirty="0">
                <a:solidFill>
                  <a:schemeClr val="tx2"/>
                </a:solidFill>
                <a:latin typeface="+mj-ea"/>
              </a:rPr>
              <a:t>.</a:t>
            </a:r>
          </a:p>
          <a:p>
            <a:pPr algn="just"/>
            <a:endParaRPr lang="en-US" altLang="ko-KR" sz="28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algn="just"/>
            <a:r>
              <a:rPr lang="en-US" altLang="ko-KR" sz="2800" b="1" dirty="0">
                <a:solidFill>
                  <a:schemeClr val="tx2"/>
                </a:solidFill>
                <a:latin typeface="+mj-ea"/>
              </a:rPr>
              <a:t>3.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애플리케이션을</a:t>
            </a:r>
            <a:r>
              <a:rPr lang="ko-KR" altLang="en-US" sz="2800" b="1" dirty="0">
                <a:solidFill>
                  <a:schemeClr val="tx2"/>
                </a:solidFill>
                <a:latin typeface="+mj-ea"/>
              </a:rPr>
              <a:t>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동적이고 상호작용</a:t>
            </a:r>
            <a:r>
              <a:rPr lang="ko-KR" altLang="en-US" sz="2800" b="1" dirty="0">
                <a:solidFill>
                  <a:schemeClr val="tx2"/>
                </a:solidFill>
                <a:latin typeface="+mj-ea"/>
              </a:rPr>
              <a:t>이 가능하도록 만드는 핵심적인 프로그래밍 요소이다</a:t>
            </a:r>
            <a:r>
              <a:rPr lang="en-US" altLang="ko-KR" sz="2800" b="1" dirty="0">
                <a:solidFill>
                  <a:schemeClr val="tx2"/>
                </a:solidFill>
                <a:latin typeface="+mj-ea"/>
              </a:rPr>
              <a:t>.</a:t>
            </a: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FEDE384C-6B96-E376-3C9F-AAE0689F5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CFC893-CAAD-8E6B-8B18-F6C576C9360B}"/>
              </a:ext>
            </a:extLst>
          </p:cNvPr>
          <p:cNvSpPr txBox="1"/>
          <p:nvPr/>
        </p:nvSpPr>
        <p:spPr>
          <a:xfrm>
            <a:off x="1653569" y="375293"/>
            <a:ext cx="56425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>
                <a:latin typeface="+mj-ea"/>
                <a:ea typeface="+mj-ea"/>
              </a:rPr>
              <a:t>이벤트 </a:t>
            </a:r>
            <a:r>
              <a:rPr lang="ko-KR" altLang="en-US" sz="4400" b="1" dirty="0" err="1">
                <a:latin typeface="+mj-ea"/>
                <a:ea typeface="+mj-ea"/>
              </a:rPr>
              <a:t>핸들러란</a:t>
            </a:r>
            <a:r>
              <a:rPr lang="en-US" altLang="ko-KR" sz="4400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4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51579-B0EF-5721-ED28-5B15C1D55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87BFBD97-9C53-6AD1-70A8-84C9F19F1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4BDEF1-6C56-BAA8-0907-F666DA48F5E1}"/>
              </a:ext>
            </a:extLst>
          </p:cNvPr>
          <p:cNvSpPr txBox="1"/>
          <p:nvPr/>
        </p:nvSpPr>
        <p:spPr>
          <a:xfrm>
            <a:off x="1653569" y="375293"/>
            <a:ext cx="6946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>
                <a:latin typeface="+mj-ea"/>
                <a:ea typeface="+mj-ea"/>
              </a:rPr>
              <a:t>이벤트 종류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81EF41-A9E3-7669-7912-3CD3105CBEFE}"/>
              </a:ext>
            </a:extLst>
          </p:cNvPr>
          <p:cNvSpPr txBox="1"/>
          <p:nvPr/>
        </p:nvSpPr>
        <p:spPr>
          <a:xfrm>
            <a:off x="1157463" y="2085889"/>
            <a:ext cx="923736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3200" b="1" dirty="0">
                <a:latin typeface="+mj-ea"/>
                <a:ea typeface="+mj-ea"/>
              </a:rPr>
              <a:t>마우스 이벤트</a:t>
            </a:r>
            <a:r>
              <a:rPr lang="en-US" altLang="ko-KR" sz="3200" b="1" dirty="0">
                <a:latin typeface="+mj-ea"/>
                <a:ea typeface="+mj-ea"/>
              </a:rPr>
              <a:t> : </a:t>
            </a:r>
            <a:r>
              <a:rPr lang="en-US" altLang="ko-KR" sz="3200" b="1" dirty="0" err="1">
                <a:solidFill>
                  <a:srgbClr val="FFFF00"/>
                </a:solidFill>
                <a:latin typeface="+mj-ea"/>
                <a:ea typeface="+mj-ea"/>
              </a:rPr>
              <a:t>onClick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  <a:ea typeface="+mj-ea"/>
              </a:rPr>
              <a:t>, </a:t>
            </a:r>
            <a:r>
              <a:rPr lang="en-US" altLang="ko-KR" sz="3200" b="1" dirty="0" err="1">
                <a:solidFill>
                  <a:srgbClr val="FFFF00"/>
                </a:solidFill>
                <a:latin typeface="+mj-ea"/>
                <a:ea typeface="+mj-ea"/>
              </a:rPr>
              <a:t>onContextMenu</a:t>
            </a:r>
            <a:endParaRPr lang="en-US" altLang="ko-KR" sz="3200" b="1" dirty="0">
              <a:solidFill>
                <a:srgbClr val="FFFF00"/>
              </a:solidFill>
              <a:latin typeface="+mj-ea"/>
              <a:ea typeface="+mj-ea"/>
            </a:endParaRPr>
          </a:p>
          <a:p>
            <a:pPr marL="514350" indent="-514350">
              <a:buAutoNum type="arabicPeriod"/>
            </a:pPr>
            <a:endParaRPr lang="en-US" altLang="ko-KR" sz="3200" b="1" dirty="0">
              <a:solidFill>
                <a:srgbClr val="FFFF00"/>
              </a:solidFill>
              <a:latin typeface="+mj-ea"/>
              <a:ea typeface="+mj-ea"/>
            </a:endParaRPr>
          </a:p>
          <a:p>
            <a:r>
              <a:rPr lang="en-US" altLang="ko-KR" sz="3200" b="1" dirty="0">
                <a:latin typeface="+mj-ea"/>
              </a:rPr>
              <a:t>2. </a:t>
            </a:r>
            <a:r>
              <a:rPr lang="ko-KR" altLang="en-US" sz="3200" b="1" dirty="0">
                <a:latin typeface="+mj-ea"/>
              </a:rPr>
              <a:t>키보드 이벤트</a:t>
            </a:r>
            <a:r>
              <a:rPr lang="en-US" altLang="ko-KR" sz="3200" b="1" dirty="0">
                <a:latin typeface="+mj-ea"/>
              </a:rPr>
              <a:t> : </a:t>
            </a:r>
            <a:r>
              <a:rPr lang="en-US" altLang="ko-KR" sz="3200" b="1" dirty="0" err="1">
                <a:solidFill>
                  <a:srgbClr val="FFFF00"/>
                </a:solidFill>
                <a:latin typeface="+mj-ea"/>
              </a:rPr>
              <a:t>onKeyDown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</a:rPr>
              <a:t>, </a:t>
            </a:r>
            <a:r>
              <a:rPr lang="en-US" altLang="ko-KR" sz="3200" b="1" dirty="0" err="1">
                <a:solidFill>
                  <a:srgbClr val="FFFF00"/>
                </a:solidFill>
                <a:latin typeface="+mj-ea"/>
              </a:rPr>
              <a:t>onChange</a:t>
            </a:r>
            <a:endParaRPr lang="en-US" altLang="ko-KR" sz="3200" b="1" dirty="0">
              <a:solidFill>
                <a:srgbClr val="FFFF00"/>
              </a:solidFill>
              <a:latin typeface="+mj-ea"/>
            </a:endParaRPr>
          </a:p>
          <a:p>
            <a:endParaRPr lang="en-US" altLang="ko-KR" sz="3200" b="1" dirty="0">
              <a:solidFill>
                <a:srgbClr val="FFFF00"/>
              </a:solidFill>
              <a:latin typeface="+mj-ea"/>
            </a:endParaRPr>
          </a:p>
          <a:p>
            <a:r>
              <a:rPr lang="en-US" altLang="ko-KR" sz="3200" b="1" dirty="0">
                <a:latin typeface="+mj-ea"/>
              </a:rPr>
              <a:t>3. </a:t>
            </a:r>
            <a:r>
              <a:rPr lang="ko-KR" altLang="en-US" sz="3200" b="1" dirty="0">
                <a:latin typeface="+mj-ea"/>
              </a:rPr>
              <a:t>폼 이벤트</a:t>
            </a:r>
            <a:r>
              <a:rPr lang="en-US" altLang="ko-KR" sz="3200" b="1" dirty="0">
                <a:latin typeface="+mj-ea"/>
              </a:rPr>
              <a:t> : </a:t>
            </a:r>
            <a:r>
              <a:rPr lang="en-US" altLang="ko-KR" sz="3200" b="1" dirty="0" err="1">
                <a:solidFill>
                  <a:srgbClr val="FFFF00"/>
                </a:solidFill>
                <a:latin typeface="+mj-ea"/>
              </a:rPr>
              <a:t>onSubmit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</a:rPr>
              <a:t>,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 </a:t>
            </a:r>
            <a:r>
              <a:rPr lang="en-US" altLang="ko-KR" sz="3200" b="1" dirty="0" err="1">
                <a:solidFill>
                  <a:srgbClr val="FFFF00"/>
                </a:solidFill>
                <a:latin typeface="+mj-ea"/>
              </a:rPr>
              <a:t>onReset</a:t>
            </a:r>
            <a:endParaRPr lang="en-US" altLang="ko-KR" sz="3200" b="1" dirty="0">
              <a:solidFill>
                <a:srgbClr val="FFFF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3605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4AC5C-AC8D-EA98-97E7-BAEB9C1D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0FB11F-1931-2C1A-597F-077B2B54FFDD}"/>
              </a:ext>
            </a:extLst>
          </p:cNvPr>
          <p:cNvSpPr txBox="1"/>
          <p:nvPr/>
        </p:nvSpPr>
        <p:spPr>
          <a:xfrm>
            <a:off x="1022164" y="1513800"/>
            <a:ext cx="10578903" cy="482358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360000" tIns="180000" bIns="180000" rtlCol="0">
            <a:spAutoFit/>
          </a:bodyPr>
          <a:lstStyle/>
          <a:p>
            <a:pPr>
              <a:lnSpc>
                <a:spcPts val="3900"/>
              </a:lnSpc>
            </a:pPr>
            <a:r>
              <a:rPr lang="en-US" altLang="ko-KR" sz="3000" b="1" dirty="0">
                <a:latin typeface="+mj-ea"/>
                <a:ea typeface="+mj-ea"/>
              </a:rPr>
              <a:t>const [number,</a:t>
            </a:r>
            <a:r>
              <a:rPr lang="en-US" altLang="ko-KR" sz="3000" b="1" dirty="0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en-US" altLang="ko-KR" sz="3000" b="1" dirty="0" err="1">
                <a:solidFill>
                  <a:schemeClr val="tx2"/>
                </a:solidFill>
                <a:latin typeface="+mj-ea"/>
                <a:ea typeface="+mj-ea"/>
              </a:rPr>
              <a:t>setNumber</a:t>
            </a:r>
            <a:r>
              <a:rPr lang="en-US" altLang="ko-KR" sz="3000" b="1" dirty="0">
                <a:solidFill>
                  <a:schemeClr val="tx2"/>
                </a:solidFill>
                <a:latin typeface="+mj-ea"/>
                <a:ea typeface="+mj-ea"/>
              </a:rPr>
              <a:t>] = </a:t>
            </a:r>
            <a:r>
              <a:rPr lang="en-US" altLang="ko-KR" sz="3000" b="1" dirty="0" err="1">
                <a:solidFill>
                  <a:schemeClr val="tx2"/>
                </a:solidFill>
                <a:latin typeface="+mj-ea"/>
                <a:ea typeface="+mj-ea"/>
              </a:rPr>
              <a:t>useState</a:t>
            </a:r>
            <a:r>
              <a:rPr lang="en-US" altLang="ko-KR" sz="3000" b="1" dirty="0">
                <a:solidFill>
                  <a:schemeClr val="tx2"/>
                </a:solidFill>
                <a:latin typeface="+mj-ea"/>
                <a:ea typeface="+mj-ea"/>
              </a:rPr>
              <a:t>(0);</a:t>
            </a:r>
          </a:p>
          <a:p>
            <a:pPr>
              <a:lnSpc>
                <a:spcPts val="3900"/>
              </a:lnSpc>
            </a:pPr>
            <a:endParaRPr lang="en-US" altLang="ko-KR" sz="3000" b="1" dirty="0">
              <a:latin typeface="+mj-ea"/>
              <a:ea typeface="+mj-ea"/>
            </a:endParaRPr>
          </a:p>
          <a:p>
            <a:pPr>
              <a:lnSpc>
                <a:spcPts val="3900"/>
              </a:lnSpc>
            </a:pPr>
            <a:r>
              <a:rPr lang="en-US" altLang="ko-KR" sz="3000" b="1" dirty="0">
                <a:latin typeface="+mj-ea"/>
                <a:ea typeface="+mj-ea"/>
              </a:rPr>
              <a:t>return(</a:t>
            </a:r>
          </a:p>
          <a:p>
            <a:pPr>
              <a:lnSpc>
                <a:spcPts val="3900"/>
              </a:lnSpc>
            </a:pPr>
            <a:r>
              <a:rPr lang="en-US" altLang="ko-KR" sz="3000" b="1" dirty="0">
                <a:latin typeface="+mj-ea"/>
                <a:ea typeface="+mj-ea"/>
              </a:rPr>
              <a:t>  &lt;div&gt;</a:t>
            </a:r>
          </a:p>
          <a:p>
            <a:pPr>
              <a:lnSpc>
                <a:spcPts val="3900"/>
              </a:lnSpc>
            </a:pPr>
            <a:r>
              <a:rPr lang="en-US" altLang="ko-KR" sz="3000" b="1" dirty="0">
                <a:latin typeface="+mj-ea"/>
                <a:ea typeface="+mj-ea"/>
              </a:rPr>
              <a:t>      &lt;h1&gt; </a:t>
            </a:r>
            <a:r>
              <a:rPr lang="en-US" altLang="ko-KR" sz="3000" b="1" dirty="0">
                <a:solidFill>
                  <a:srgbClr val="FFFF00"/>
                </a:solidFill>
                <a:latin typeface="+mj-ea"/>
                <a:ea typeface="+mj-ea"/>
              </a:rPr>
              <a:t>{number} </a:t>
            </a:r>
            <a:r>
              <a:rPr lang="en-US" altLang="ko-KR" sz="3000" b="1" dirty="0">
                <a:latin typeface="+mj-ea"/>
                <a:ea typeface="+mj-ea"/>
              </a:rPr>
              <a:t>&lt;/h1&gt;</a:t>
            </a:r>
          </a:p>
          <a:p>
            <a:pPr>
              <a:lnSpc>
                <a:spcPts val="3900"/>
              </a:lnSpc>
            </a:pPr>
            <a:r>
              <a:rPr lang="en-US" altLang="ko-KR" sz="3000" b="1" dirty="0">
                <a:latin typeface="+mj-ea"/>
                <a:ea typeface="+mj-ea"/>
              </a:rPr>
              <a:t>      &lt;button </a:t>
            </a:r>
            <a:r>
              <a:rPr lang="en-US" altLang="ko-KR" sz="3000" b="1" dirty="0" err="1">
                <a:solidFill>
                  <a:srgbClr val="FFFF00"/>
                </a:solidFill>
                <a:latin typeface="+mj-ea"/>
                <a:ea typeface="+mj-ea"/>
              </a:rPr>
              <a:t>onClick</a:t>
            </a:r>
            <a:r>
              <a:rPr lang="en-US" altLang="ko-KR" sz="3000" b="1" dirty="0">
                <a:latin typeface="+mj-ea"/>
                <a:ea typeface="+mj-ea"/>
              </a:rPr>
              <a:t>={</a:t>
            </a:r>
            <a:r>
              <a:rPr lang="en-US" altLang="ko-KR" sz="3000" b="1" dirty="0">
                <a:solidFill>
                  <a:srgbClr val="FFFF00"/>
                </a:solidFill>
                <a:latin typeface="+mj-ea"/>
                <a:ea typeface="+mj-ea"/>
              </a:rPr>
              <a:t>()=&gt;</a:t>
            </a:r>
            <a:r>
              <a:rPr lang="en-US" altLang="ko-KR" sz="3000" b="1" dirty="0" err="1">
                <a:solidFill>
                  <a:srgbClr val="FFFF00"/>
                </a:solidFill>
                <a:latin typeface="+mj-ea"/>
                <a:ea typeface="+mj-ea"/>
              </a:rPr>
              <a:t>setNumber</a:t>
            </a:r>
            <a:r>
              <a:rPr lang="en-US" altLang="ko-KR" sz="3000" b="1" dirty="0">
                <a:solidFill>
                  <a:srgbClr val="FFFF00"/>
                </a:solidFill>
                <a:latin typeface="+mj-ea"/>
                <a:ea typeface="+mj-ea"/>
              </a:rPr>
              <a:t>(number+1)</a:t>
            </a:r>
            <a:r>
              <a:rPr lang="en-US" altLang="ko-KR" sz="3000" b="1" dirty="0">
                <a:latin typeface="+mj-ea"/>
                <a:ea typeface="+mj-ea"/>
              </a:rPr>
              <a:t>}&gt;</a:t>
            </a:r>
          </a:p>
          <a:p>
            <a:pPr>
              <a:lnSpc>
                <a:spcPts val="3900"/>
              </a:lnSpc>
            </a:pPr>
            <a:r>
              <a:rPr lang="en-US" altLang="ko-KR" sz="3000" b="1" dirty="0">
                <a:latin typeface="+mj-ea"/>
                <a:ea typeface="+mj-ea"/>
              </a:rPr>
              <a:t>          </a:t>
            </a:r>
            <a:r>
              <a:rPr lang="ko-KR" altLang="en-US" sz="3000" b="1" dirty="0">
                <a:latin typeface="+mj-ea"/>
                <a:ea typeface="+mj-ea"/>
              </a:rPr>
              <a:t>증가</a:t>
            </a:r>
            <a:r>
              <a:rPr lang="en-US" altLang="ko-KR" sz="3000" b="1" dirty="0">
                <a:latin typeface="+mj-ea"/>
                <a:ea typeface="+mj-ea"/>
              </a:rPr>
              <a:t>&lt;/button&gt;</a:t>
            </a:r>
          </a:p>
          <a:p>
            <a:pPr>
              <a:lnSpc>
                <a:spcPts val="3900"/>
              </a:lnSpc>
            </a:pPr>
            <a:r>
              <a:rPr lang="en-US" altLang="ko-KR" sz="3000" b="1" dirty="0">
                <a:latin typeface="+mj-ea"/>
                <a:ea typeface="+mj-ea"/>
              </a:rPr>
              <a:t>    &lt;/div&gt;</a:t>
            </a:r>
          </a:p>
          <a:p>
            <a:pPr>
              <a:lnSpc>
                <a:spcPts val="3900"/>
              </a:lnSpc>
            </a:pPr>
            <a:r>
              <a:rPr lang="en-US" altLang="ko-KR" sz="3000" b="1" dirty="0">
                <a:latin typeface="+mj-ea"/>
                <a:ea typeface="+mj-ea"/>
              </a:rPr>
              <a:t>)</a:t>
            </a: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1C4DDEAD-D553-E895-C99C-CB3D71DCF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669F43-114E-3F5D-5DA2-4449390CAC89}"/>
              </a:ext>
            </a:extLst>
          </p:cNvPr>
          <p:cNvSpPr txBox="1"/>
          <p:nvPr/>
        </p:nvSpPr>
        <p:spPr>
          <a:xfrm>
            <a:off x="1653569" y="375293"/>
            <a:ext cx="72057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>
                <a:latin typeface="+mj-ea"/>
                <a:ea typeface="+mj-ea"/>
              </a:rPr>
              <a:t>이벤트 </a:t>
            </a:r>
            <a:r>
              <a:rPr lang="ko-KR" altLang="en-US" sz="4400" b="1" dirty="0" err="1">
                <a:latin typeface="+mj-ea"/>
                <a:ea typeface="+mj-ea"/>
              </a:rPr>
              <a:t>핸들러</a:t>
            </a:r>
            <a:r>
              <a:rPr lang="ko-KR" altLang="en-US" sz="4400" b="1" dirty="0">
                <a:latin typeface="+mj-ea"/>
                <a:ea typeface="+mj-ea"/>
              </a:rPr>
              <a:t> 등록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814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38456-B4B7-25ED-BC78-2D794D985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CF2B72-F49C-1A29-2774-28F59F3D5A6B}"/>
              </a:ext>
            </a:extLst>
          </p:cNvPr>
          <p:cNvSpPr txBox="1"/>
          <p:nvPr/>
        </p:nvSpPr>
        <p:spPr>
          <a:xfrm>
            <a:off x="866775" y="2562139"/>
            <a:ext cx="10334626" cy="855958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tIns="180000" bIns="180000" rtlCol="0">
            <a:spAutoFit/>
          </a:bodyPr>
          <a:lstStyle/>
          <a:p>
            <a:pPr algn="ctr"/>
            <a:r>
              <a:rPr lang="en-US" altLang="ko-KR" sz="3200" b="1" dirty="0">
                <a:latin typeface="+mj-ea"/>
                <a:ea typeface="+mj-ea"/>
              </a:rPr>
              <a:t>const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  <a:ea typeface="+mj-ea"/>
              </a:rPr>
              <a:t>ref</a:t>
            </a:r>
            <a:r>
              <a:rPr lang="en-US" altLang="ko-KR" sz="3200" b="1" dirty="0">
                <a:latin typeface="+mj-ea"/>
                <a:ea typeface="+mj-ea"/>
              </a:rPr>
              <a:t> = </a:t>
            </a:r>
            <a:r>
              <a:rPr lang="en-US" altLang="ko-KR" sz="3200" b="1" dirty="0" err="1">
                <a:solidFill>
                  <a:srgbClr val="FFFF00"/>
                </a:solidFill>
                <a:latin typeface="+mj-ea"/>
                <a:ea typeface="+mj-ea"/>
              </a:rPr>
              <a:t>useRef</a:t>
            </a:r>
            <a:r>
              <a:rPr lang="en-US" altLang="ko-KR" sz="3200" b="1" dirty="0">
                <a:latin typeface="+mj-ea"/>
                <a:ea typeface="+mj-ea"/>
              </a:rPr>
              <a:t>(</a:t>
            </a:r>
            <a:r>
              <a:rPr lang="ko-KR" altLang="en-US" sz="3200" b="1" dirty="0">
                <a:latin typeface="+mj-ea"/>
                <a:ea typeface="+mj-ea"/>
              </a:rPr>
              <a:t>초기값</a:t>
            </a:r>
            <a:r>
              <a:rPr lang="en-US" altLang="ko-KR" sz="3200" b="1" dirty="0">
                <a:latin typeface="+mj-ea"/>
                <a:ea typeface="+mj-ea"/>
              </a:rPr>
              <a:t>)</a:t>
            </a: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9C5B57EB-30F9-86F9-E6F5-878D19BCDA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959F0D-F571-62D8-1DFD-1A45C1491CA7}"/>
              </a:ext>
            </a:extLst>
          </p:cNvPr>
          <p:cNvSpPr txBox="1"/>
          <p:nvPr/>
        </p:nvSpPr>
        <p:spPr>
          <a:xfrm>
            <a:off x="1653569" y="375293"/>
            <a:ext cx="21248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latin typeface="+mj-ea"/>
                <a:ea typeface="+mj-ea"/>
              </a:rPr>
              <a:t>useRef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22DF84-D3BA-23E8-16A5-2AC9E95E276A}"/>
              </a:ext>
            </a:extLst>
          </p:cNvPr>
          <p:cNvSpPr txBox="1"/>
          <p:nvPr/>
        </p:nvSpPr>
        <p:spPr>
          <a:xfrm>
            <a:off x="716701" y="1843408"/>
            <a:ext cx="11006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+mj-ea"/>
                <a:ea typeface="+mj-ea"/>
              </a:rPr>
              <a:t>초기값을 </a:t>
            </a:r>
            <a:r>
              <a:rPr lang="en-US" altLang="ko-KR" sz="2800" b="1" dirty="0" err="1">
                <a:latin typeface="+mj-ea"/>
                <a:ea typeface="+mj-ea"/>
              </a:rPr>
              <a:t>useRef</a:t>
            </a:r>
            <a:r>
              <a:rPr lang="ko-KR" altLang="en-US" sz="2800" b="1" dirty="0">
                <a:latin typeface="+mj-ea"/>
                <a:ea typeface="+mj-ea"/>
              </a:rPr>
              <a:t>에 넣어주면 </a:t>
            </a:r>
            <a:r>
              <a:rPr lang="en-US" altLang="ko-KR" sz="2800" b="1" dirty="0">
                <a:latin typeface="+mj-ea"/>
                <a:ea typeface="+mj-ea"/>
              </a:rPr>
              <a:t>{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 current: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초기값 </a:t>
            </a:r>
            <a:r>
              <a:rPr lang="en-US" altLang="ko-KR" sz="2800" b="1" dirty="0">
                <a:latin typeface="+mj-ea"/>
                <a:ea typeface="+mj-ea"/>
              </a:rPr>
              <a:t>} </a:t>
            </a:r>
            <a:r>
              <a:rPr lang="ko-KR" altLang="en-US" sz="2800" b="1" dirty="0">
                <a:latin typeface="+mj-ea"/>
                <a:ea typeface="+mj-ea"/>
              </a:rPr>
              <a:t>객체가 반환된다</a:t>
            </a:r>
            <a:r>
              <a:rPr lang="en-US" altLang="ko-KR" sz="28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21748F-42BF-3B5E-146B-7C4E846D1C0F}"/>
              </a:ext>
            </a:extLst>
          </p:cNvPr>
          <p:cNvSpPr txBox="1"/>
          <p:nvPr/>
        </p:nvSpPr>
        <p:spPr>
          <a:xfrm>
            <a:off x="611902" y="3889352"/>
            <a:ext cx="11111397" cy="1948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1. </a:t>
            </a:r>
            <a:r>
              <a:rPr lang="ko-KR" altLang="en-US" sz="2800" b="1" dirty="0">
                <a:latin typeface="+mj-ea"/>
                <a:ea typeface="+mj-ea"/>
              </a:rPr>
              <a:t>값이 변경 되도 렌더링이 되지 않아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불필요한 리 렌더링을 피한다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800" b="1" dirty="0">
                <a:latin typeface="+mj-ea"/>
              </a:rPr>
              <a:t>2. ID</a:t>
            </a:r>
            <a:r>
              <a:rPr lang="ko-KR" altLang="en-US" sz="2800" b="1" dirty="0">
                <a:latin typeface="+mj-ea"/>
              </a:rPr>
              <a:t>와 같은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값을 보존</a:t>
            </a:r>
            <a:r>
              <a:rPr lang="ko-KR" altLang="en-US" sz="2800" b="1" dirty="0">
                <a:latin typeface="+mj-ea"/>
              </a:rPr>
              <a:t>하거나 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</a:rPr>
              <a:t>DOM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</a:rPr>
              <a:t>요소에 접근</a:t>
            </a:r>
            <a:r>
              <a:rPr lang="ko-KR" altLang="en-US" sz="2800" b="1" dirty="0">
                <a:latin typeface="+mj-ea"/>
              </a:rPr>
              <a:t>할 때 사용한다</a:t>
            </a:r>
            <a:r>
              <a:rPr lang="en-US" altLang="ko-KR" sz="2800" b="1" dirty="0">
                <a:latin typeface="+mj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800" b="1" dirty="0">
                <a:latin typeface="+mj-ea"/>
              </a:rPr>
              <a:t>3. </a:t>
            </a:r>
            <a:r>
              <a:rPr lang="en-US" altLang="ko-KR" sz="2800" b="1" dirty="0" err="1">
                <a:solidFill>
                  <a:srgbClr val="FFFF00"/>
                </a:solidFill>
                <a:latin typeface="+mj-ea"/>
              </a:rPr>
              <a:t>ref.current</a:t>
            </a:r>
            <a:r>
              <a:rPr lang="ko-KR" altLang="en-US" sz="2800" b="1" dirty="0">
                <a:latin typeface="+mj-ea"/>
              </a:rPr>
              <a:t>를 통해 접근 가능하다</a:t>
            </a:r>
            <a:r>
              <a:rPr lang="en-US" altLang="ko-KR" sz="2800" b="1" dirty="0">
                <a:latin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7730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352CB-C1E9-3DBE-62A6-0CA2ABEF5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E2537999-8A5B-C944-7498-607BB75A1D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B17AF2-525D-93D4-C75C-11AEF4DA5FBF}"/>
              </a:ext>
            </a:extLst>
          </p:cNvPr>
          <p:cNvSpPr txBox="1"/>
          <p:nvPr/>
        </p:nvSpPr>
        <p:spPr>
          <a:xfrm>
            <a:off x="1653569" y="375293"/>
            <a:ext cx="49567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latin typeface="+mj-ea"/>
                <a:ea typeface="+mj-ea"/>
              </a:rPr>
              <a:t>useRef</a:t>
            </a:r>
            <a:r>
              <a:rPr lang="ko-KR" altLang="en-US" sz="4400" b="1" dirty="0">
                <a:latin typeface="+mj-ea"/>
                <a:ea typeface="+mj-ea"/>
              </a:rPr>
              <a:t> 사용 예제</a:t>
            </a:r>
            <a:r>
              <a:rPr lang="en-US" altLang="ko-KR" sz="44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643FC6-E5D9-194B-90C8-7E84DAB07C0C}"/>
              </a:ext>
            </a:extLst>
          </p:cNvPr>
          <p:cNvSpPr txBox="1"/>
          <p:nvPr/>
        </p:nvSpPr>
        <p:spPr>
          <a:xfrm>
            <a:off x="1198615" y="1637278"/>
            <a:ext cx="10393309" cy="391835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360000" tIns="108000" bIns="108000" rtlCol="0">
            <a:spAutoFit/>
          </a:bodyPr>
          <a:lstStyle/>
          <a:p>
            <a:pPr>
              <a:lnSpc>
                <a:spcPts val="4000"/>
              </a:lnSpc>
              <a:spcAft>
                <a:spcPts val="1200"/>
              </a:spcAft>
            </a:pPr>
            <a:r>
              <a:rPr lang="en-US" altLang="ko-KR" sz="3000" b="1" dirty="0">
                <a:latin typeface="+mj-ea"/>
                <a:ea typeface="+mj-ea"/>
              </a:rPr>
              <a:t>const </a:t>
            </a:r>
            <a:r>
              <a:rPr lang="en-US" altLang="ko-KR" sz="3000" b="1" dirty="0" err="1">
                <a:solidFill>
                  <a:srgbClr val="FFFF00"/>
                </a:solidFill>
                <a:latin typeface="+mj-ea"/>
                <a:ea typeface="+mj-ea"/>
              </a:rPr>
              <a:t>idRef</a:t>
            </a:r>
            <a:r>
              <a:rPr lang="en-US" altLang="ko-KR" sz="3000" b="1" dirty="0">
                <a:latin typeface="+mj-ea"/>
                <a:ea typeface="+mj-ea"/>
              </a:rPr>
              <a:t> = </a:t>
            </a:r>
            <a:r>
              <a:rPr lang="en-US" altLang="ko-KR" sz="3000" b="1" dirty="0" err="1">
                <a:solidFill>
                  <a:srgbClr val="FFFF00"/>
                </a:solidFill>
                <a:latin typeface="+mj-ea"/>
                <a:ea typeface="+mj-ea"/>
              </a:rPr>
              <a:t>useRef</a:t>
            </a:r>
            <a:r>
              <a:rPr lang="en-US" altLang="ko-KR" sz="3000" b="1" dirty="0">
                <a:latin typeface="+mj-ea"/>
                <a:ea typeface="+mj-ea"/>
              </a:rPr>
              <a:t>(1);</a:t>
            </a:r>
          </a:p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return(</a:t>
            </a:r>
          </a:p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  &lt;div&gt;</a:t>
            </a:r>
          </a:p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		&lt;h1</a:t>
            </a:r>
            <a:r>
              <a:rPr lang="en-US" altLang="ko-KR" sz="3000" b="1" u="sng" dirty="0">
                <a:latin typeface="+mj-ea"/>
                <a:ea typeface="+mj-ea"/>
              </a:rPr>
              <a:t>&gt; </a:t>
            </a:r>
            <a:r>
              <a:rPr lang="en-US" altLang="ko-KR" sz="3000" b="1" u="sng" dirty="0">
                <a:solidFill>
                  <a:srgbClr val="FFFF00"/>
                </a:solidFill>
                <a:latin typeface="+mj-ea"/>
                <a:ea typeface="+mj-ea"/>
              </a:rPr>
              <a:t>{</a:t>
            </a:r>
            <a:r>
              <a:rPr lang="en-US" altLang="ko-KR" sz="3000" b="1" u="sng" dirty="0" err="1">
                <a:solidFill>
                  <a:srgbClr val="FFFF00"/>
                </a:solidFill>
                <a:latin typeface="+mj-ea"/>
                <a:ea typeface="+mj-ea"/>
              </a:rPr>
              <a:t>idRef.current</a:t>
            </a:r>
            <a:r>
              <a:rPr lang="en-US" altLang="ko-KR" sz="3000" b="1" dirty="0">
                <a:solidFill>
                  <a:srgbClr val="FFFF00"/>
                </a:solidFill>
                <a:latin typeface="+mj-ea"/>
                <a:ea typeface="+mj-ea"/>
              </a:rPr>
              <a:t>} </a:t>
            </a:r>
            <a:r>
              <a:rPr lang="en-US" altLang="ko-KR" sz="3000" b="1" dirty="0">
                <a:latin typeface="+mj-ea"/>
                <a:ea typeface="+mj-ea"/>
              </a:rPr>
              <a:t>&lt;/h1&gt;</a:t>
            </a:r>
          </a:p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		&lt;button </a:t>
            </a:r>
            <a:r>
              <a:rPr lang="en-US" altLang="ko-KR" sz="3000" b="1" dirty="0" err="1">
                <a:latin typeface="+mj-ea"/>
                <a:ea typeface="+mj-ea"/>
              </a:rPr>
              <a:t>onClick</a:t>
            </a:r>
            <a:r>
              <a:rPr lang="en-US" altLang="ko-KR" sz="3000" b="1" dirty="0">
                <a:solidFill>
                  <a:schemeClr val="tx2"/>
                </a:solidFill>
                <a:latin typeface="+mj-ea"/>
                <a:ea typeface="+mj-ea"/>
              </a:rPr>
              <a:t>={</a:t>
            </a:r>
            <a:r>
              <a:rPr lang="en-US" altLang="ko-KR" sz="3000" b="1" dirty="0" err="1">
                <a:solidFill>
                  <a:schemeClr val="tx2"/>
                </a:solidFill>
                <a:latin typeface="+mj-ea"/>
                <a:ea typeface="+mj-ea"/>
              </a:rPr>
              <a:t>onRegister</a:t>
            </a:r>
            <a:r>
              <a:rPr lang="en-US" altLang="ko-KR" sz="3000" b="1" dirty="0">
                <a:solidFill>
                  <a:schemeClr val="tx2"/>
                </a:solidFill>
                <a:latin typeface="+mj-ea"/>
                <a:ea typeface="+mj-ea"/>
              </a:rPr>
              <a:t>}&gt;</a:t>
            </a:r>
            <a:r>
              <a:rPr lang="ko-KR" altLang="en-US" sz="3000" b="1" dirty="0">
                <a:solidFill>
                  <a:schemeClr val="tx2"/>
                </a:solidFill>
                <a:latin typeface="+mj-ea"/>
                <a:ea typeface="+mj-ea"/>
              </a:rPr>
              <a:t>등록</a:t>
            </a:r>
            <a:r>
              <a:rPr lang="en-US" altLang="ko-KR" sz="3000" b="1" dirty="0">
                <a:solidFill>
                  <a:schemeClr val="tx2"/>
                </a:solidFill>
                <a:latin typeface="+mj-ea"/>
                <a:ea typeface="+mj-ea"/>
              </a:rPr>
              <a:t>&lt;/button&gt;</a:t>
            </a:r>
          </a:p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  &lt;/div&gt;</a:t>
            </a:r>
          </a:p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946F0-F684-2C6A-D962-7126EEC14B54}"/>
              </a:ext>
            </a:extLst>
          </p:cNvPr>
          <p:cNvSpPr txBox="1"/>
          <p:nvPr/>
        </p:nvSpPr>
        <p:spPr>
          <a:xfrm>
            <a:off x="4287149" y="4597789"/>
            <a:ext cx="6905625" cy="1707043"/>
          </a:xfrm>
          <a:prstGeom prst="rect">
            <a:avLst/>
          </a:prstGeom>
          <a:solidFill>
            <a:schemeClr val="tx2">
              <a:lumMod val="10000"/>
            </a:schemeClr>
          </a:solidFill>
          <a:ln w="25400">
            <a:solidFill>
              <a:schemeClr val="tx1"/>
            </a:solidFill>
          </a:ln>
        </p:spPr>
        <p:txBody>
          <a:bodyPr wrap="square" lIns="360000" tIns="108000" bIns="108000" rtlCol="0">
            <a:spAutoFit/>
          </a:bodyPr>
          <a:lstStyle/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const </a:t>
            </a:r>
            <a:r>
              <a:rPr lang="en-US" altLang="ko-KR" sz="3000" b="1" dirty="0" err="1">
                <a:latin typeface="+mj-ea"/>
                <a:ea typeface="+mj-ea"/>
              </a:rPr>
              <a:t>onRegister</a:t>
            </a:r>
            <a:r>
              <a:rPr lang="en-US" altLang="ko-KR" sz="3000" b="1" dirty="0">
                <a:latin typeface="+mj-ea"/>
                <a:ea typeface="+mj-ea"/>
              </a:rPr>
              <a:t>= () =&gt; {</a:t>
            </a:r>
          </a:p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	console.log(</a:t>
            </a:r>
            <a:r>
              <a:rPr lang="en-US" altLang="ko-KR" sz="3000" b="1" dirty="0" err="1">
                <a:solidFill>
                  <a:srgbClr val="FFFF00"/>
                </a:solidFill>
                <a:latin typeface="+mj-ea"/>
                <a:ea typeface="+mj-ea"/>
              </a:rPr>
              <a:t>idRef.current</a:t>
            </a:r>
            <a:r>
              <a:rPr lang="en-US" altLang="ko-KR" sz="3000" b="1" dirty="0">
                <a:solidFill>
                  <a:srgbClr val="FFFF00"/>
                </a:solidFill>
                <a:latin typeface="+mj-ea"/>
                <a:ea typeface="+mj-ea"/>
              </a:rPr>
              <a:t>++</a:t>
            </a:r>
            <a:r>
              <a:rPr lang="en-US" altLang="ko-KR" sz="3000" b="1" dirty="0">
                <a:latin typeface="+mj-ea"/>
                <a:ea typeface="+mj-ea"/>
              </a:rPr>
              <a:t>)</a:t>
            </a:r>
          </a:p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68486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03876-7841-05F3-B8C6-EEBA6A2D0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B76C655B-27AE-6D6E-C174-6B447AFA9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29FF20-E474-AA7A-2412-7A433E5521DF}"/>
              </a:ext>
            </a:extLst>
          </p:cNvPr>
          <p:cNvSpPr txBox="1"/>
          <p:nvPr/>
        </p:nvSpPr>
        <p:spPr>
          <a:xfrm>
            <a:off x="1653569" y="375293"/>
            <a:ext cx="5023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latin typeface="+mj-ea"/>
                <a:ea typeface="+mj-ea"/>
              </a:rPr>
              <a:t>useRef</a:t>
            </a:r>
            <a:r>
              <a:rPr lang="ko-KR" altLang="en-US" sz="4400" b="1" dirty="0">
                <a:latin typeface="+mj-ea"/>
                <a:ea typeface="+mj-ea"/>
              </a:rPr>
              <a:t> 사용 예제</a:t>
            </a:r>
            <a:r>
              <a:rPr lang="en-US" altLang="ko-KR" sz="4400" b="1" dirty="0">
                <a:latin typeface="+mj-ea"/>
                <a:ea typeface="+mj-ea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AD752-61F5-B0B7-5B1E-9F5D836D9555}"/>
              </a:ext>
            </a:extLst>
          </p:cNvPr>
          <p:cNvSpPr txBox="1"/>
          <p:nvPr/>
        </p:nvSpPr>
        <p:spPr>
          <a:xfrm>
            <a:off x="1198615" y="1514928"/>
            <a:ext cx="10393309" cy="391835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360000" tIns="108000" bIns="108000" rtlCol="0">
            <a:spAutoFit/>
          </a:bodyPr>
          <a:lstStyle/>
          <a:p>
            <a:pPr>
              <a:lnSpc>
                <a:spcPts val="4000"/>
              </a:lnSpc>
              <a:spcAft>
                <a:spcPts val="1200"/>
              </a:spcAft>
            </a:pPr>
            <a:r>
              <a:rPr lang="en-US" altLang="ko-KR" sz="3000" b="1" dirty="0">
                <a:latin typeface="+mj-ea"/>
                <a:ea typeface="+mj-ea"/>
              </a:rPr>
              <a:t>const </a:t>
            </a:r>
            <a:r>
              <a:rPr lang="en-US" altLang="ko-KR" sz="3000" b="1" dirty="0" err="1">
                <a:solidFill>
                  <a:srgbClr val="FFFF00"/>
                </a:solidFill>
                <a:latin typeface="+mj-ea"/>
                <a:ea typeface="+mj-ea"/>
              </a:rPr>
              <a:t>nameRef</a:t>
            </a:r>
            <a:r>
              <a:rPr lang="en-US" altLang="ko-KR" sz="3000" b="1" dirty="0">
                <a:latin typeface="+mj-ea"/>
                <a:ea typeface="+mj-ea"/>
              </a:rPr>
              <a:t> = </a:t>
            </a:r>
            <a:r>
              <a:rPr lang="en-US" altLang="ko-KR" sz="3000" b="1" dirty="0" err="1">
                <a:solidFill>
                  <a:srgbClr val="FFFF00"/>
                </a:solidFill>
                <a:latin typeface="+mj-ea"/>
                <a:ea typeface="+mj-ea"/>
              </a:rPr>
              <a:t>useRef</a:t>
            </a:r>
            <a:r>
              <a:rPr lang="en-US" altLang="ko-KR" sz="3000" b="1" dirty="0">
                <a:latin typeface="+mj-ea"/>
                <a:ea typeface="+mj-ea"/>
              </a:rPr>
              <a:t>(null);</a:t>
            </a:r>
          </a:p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return(</a:t>
            </a:r>
          </a:p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  &lt;form </a:t>
            </a:r>
            <a:r>
              <a:rPr lang="en-US" altLang="ko-KR" sz="3000" b="1" dirty="0" err="1">
                <a:latin typeface="+mj-ea"/>
                <a:ea typeface="+mj-ea"/>
              </a:rPr>
              <a:t>onSubmit</a:t>
            </a:r>
            <a:r>
              <a:rPr lang="en-US" altLang="ko-KR" sz="3000" b="1" dirty="0">
                <a:latin typeface="+mj-ea"/>
                <a:ea typeface="+mj-ea"/>
              </a:rPr>
              <a:t>={</a:t>
            </a:r>
            <a:r>
              <a:rPr lang="en-US" altLang="ko-KR" sz="3000" b="1" dirty="0" err="1">
                <a:latin typeface="+mj-ea"/>
                <a:ea typeface="+mj-ea"/>
              </a:rPr>
              <a:t>onSubmit</a:t>
            </a:r>
            <a:r>
              <a:rPr lang="en-US" altLang="ko-KR" sz="3000" b="1" dirty="0">
                <a:latin typeface="+mj-ea"/>
                <a:ea typeface="+mj-ea"/>
              </a:rPr>
              <a:t>}&gt;</a:t>
            </a:r>
          </a:p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		&lt;input</a:t>
            </a:r>
            <a:r>
              <a:rPr lang="ko-KR" altLang="en-US" sz="3000" b="1" dirty="0">
                <a:latin typeface="+mj-ea"/>
                <a:ea typeface="+mj-ea"/>
              </a:rPr>
              <a:t> </a:t>
            </a:r>
            <a:r>
              <a:rPr lang="en-US" altLang="ko-KR" sz="3000" b="1" dirty="0">
                <a:solidFill>
                  <a:srgbClr val="FFFF00"/>
                </a:solidFill>
                <a:latin typeface="+mj-ea"/>
                <a:ea typeface="+mj-ea"/>
              </a:rPr>
              <a:t>ref</a:t>
            </a:r>
            <a:r>
              <a:rPr lang="ko-KR" altLang="en-US" sz="3000" b="1" dirty="0">
                <a:latin typeface="+mj-ea"/>
                <a:ea typeface="+mj-ea"/>
              </a:rPr>
              <a:t> </a:t>
            </a:r>
            <a:r>
              <a:rPr lang="en-US" altLang="ko-KR" sz="3000" b="1" dirty="0">
                <a:latin typeface="+mj-ea"/>
                <a:ea typeface="+mj-ea"/>
              </a:rPr>
              <a:t>=</a:t>
            </a:r>
            <a:r>
              <a:rPr lang="ko-KR" altLang="en-US" sz="3000" b="1" dirty="0">
                <a:latin typeface="+mj-ea"/>
                <a:ea typeface="+mj-ea"/>
              </a:rPr>
              <a:t> </a:t>
            </a:r>
            <a:r>
              <a:rPr lang="en-US" altLang="ko-KR" sz="3000" b="1" dirty="0">
                <a:solidFill>
                  <a:srgbClr val="FFFF00"/>
                </a:solidFill>
                <a:latin typeface="+mj-ea"/>
                <a:ea typeface="+mj-ea"/>
              </a:rPr>
              <a:t>{</a:t>
            </a:r>
            <a:r>
              <a:rPr lang="en-US" altLang="ko-KR" sz="3000" b="1" dirty="0" err="1">
                <a:solidFill>
                  <a:srgbClr val="FFFF00"/>
                </a:solidFill>
                <a:latin typeface="+mj-ea"/>
                <a:ea typeface="+mj-ea"/>
              </a:rPr>
              <a:t>nameRef</a:t>
            </a:r>
            <a:r>
              <a:rPr lang="en-US" altLang="ko-KR" sz="3000" b="1" dirty="0">
                <a:solidFill>
                  <a:srgbClr val="FFFF00"/>
                </a:solidFill>
                <a:latin typeface="+mj-ea"/>
                <a:ea typeface="+mj-ea"/>
              </a:rPr>
              <a:t>} </a:t>
            </a:r>
            <a:r>
              <a:rPr lang="en-US" altLang="ko-KR" sz="3000" b="1" dirty="0">
                <a:latin typeface="+mj-ea"/>
                <a:ea typeface="+mj-ea"/>
              </a:rPr>
              <a:t>/&gt;</a:t>
            </a:r>
          </a:p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		&lt;button </a:t>
            </a:r>
            <a:r>
              <a:rPr lang="en-US" altLang="ko-KR" sz="3000" b="1" dirty="0">
                <a:solidFill>
                  <a:schemeClr val="tx2"/>
                </a:solidFill>
                <a:latin typeface="+mj-ea"/>
                <a:ea typeface="+mj-ea"/>
              </a:rPr>
              <a:t>type=submit}&gt;</a:t>
            </a:r>
            <a:r>
              <a:rPr lang="ko-KR" altLang="en-US" sz="3000" b="1" dirty="0">
                <a:solidFill>
                  <a:schemeClr val="tx2"/>
                </a:solidFill>
                <a:latin typeface="+mj-ea"/>
                <a:ea typeface="+mj-ea"/>
              </a:rPr>
              <a:t>등록</a:t>
            </a:r>
            <a:r>
              <a:rPr lang="en-US" altLang="ko-KR" sz="3000" b="1" dirty="0">
                <a:solidFill>
                  <a:schemeClr val="tx2"/>
                </a:solidFill>
                <a:latin typeface="+mj-ea"/>
                <a:ea typeface="+mj-ea"/>
              </a:rPr>
              <a:t>&lt;/button&gt;</a:t>
            </a:r>
          </a:p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  &lt;/form&gt;</a:t>
            </a:r>
          </a:p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B1B86-F318-E84F-1BCE-8CA84295FEA8}"/>
              </a:ext>
            </a:extLst>
          </p:cNvPr>
          <p:cNvSpPr txBox="1"/>
          <p:nvPr/>
        </p:nvSpPr>
        <p:spPr>
          <a:xfrm>
            <a:off x="4688714" y="4353181"/>
            <a:ext cx="6006680" cy="2225582"/>
          </a:xfrm>
          <a:prstGeom prst="rect">
            <a:avLst/>
          </a:prstGeom>
          <a:solidFill>
            <a:schemeClr val="tx2">
              <a:lumMod val="10000"/>
            </a:schemeClr>
          </a:solidFill>
          <a:ln w="25400">
            <a:solidFill>
              <a:schemeClr val="tx1"/>
            </a:solidFill>
          </a:ln>
        </p:spPr>
        <p:txBody>
          <a:bodyPr wrap="square" lIns="360000" tIns="108000" bIns="108000" rtlCol="0">
            <a:spAutoFit/>
          </a:bodyPr>
          <a:lstStyle/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const </a:t>
            </a:r>
            <a:r>
              <a:rPr lang="en-US" altLang="ko-KR" sz="3000" b="1" dirty="0" err="1">
                <a:latin typeface="+mj-ea"/>
                <a:ea typeface="+mj-ea"/>
              </a:rPr>
              <a:t>onSubmit</a:t>
            </a:r>
            <a:r>
              <a:rPr lang="en-US" altLang="ko-KR" sz="3000" b="1" dirty="0">
                <a:latin typeface="+mj-ea"/>
                <a:ea typeface="+mj-ea"/>
              </a:rPr>
              <a:t>= (e) =&gt; {</a:t>
            </a:r>
          </a:p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    </a:t>
            </a:r>
            <a:r>
              <a:rPr lang="en-US" altLang="ko-KR" sz="3000" b="1" dirty="0" err="1">
                <a:latin typeface="+mj-ea"/>
                <a:ea typeface="+mj-ea"/>
              </a:rPr>
              <a:t>e.preventDefault</a:t>
            </a:r>
            <a:r>
              <a:rPr lang="en-US" altLang="ko-KR" sz="3000" b="1" dirty="0">
                <a:latin typeface="+mj-ea"/>
                <a:ea typeface="+mj-ea"/>
              </a:rPr>
              <a:t>();</a:t>
            </a:r>
          </a:p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	</a:t>
            </a:r>
            <a:r>
              <a:rPr lang="en-US" altLang="ko-KR" sz="3000" b="1" dirty="0" err="1">
                <a:solidFill>
                  <a:srgbClr val="FFFF00"/>
                </a:solidFill>
                <a:latin typeface="+mj-ea"/>
                <a:ea typeface="+mj-ea"/>
              </a:rPr>
              <a:t>nameRef.current</a:t>
            </a:r>
            <a:r>
              <a:rPr lang="en-US" altLang="ko-KR" sz="3000" b="1" dirty="0" err="1">
                <a:latin typeface="+mj-ea"/>
                <a:ea typeface="+mj-ea"/>
              </a:rPr>
              <a:t>.focus</a:t>
            </a:r>
            <a:r>
              <a:rPr lang="en-US" altLang="ko-KR" sz="3000" b="1" dirty="0">
                <a:latin typeface="+mj-ea"/>
                <a:ea typeface="+mj-ea"/>
              </a:rPr>
              <a:t>();</a:t>
            </a:r>
          </a:p>
          <a:p>
            <a:pPr>
              <a:lnSpc>
                <a:spcPts val="4000"/>
              </a:lnSpc>
            </a:pPr>
            <a:r>
              <a:rPr lang="en-US" altLang="ko-KR" sz="3000" b="1" dirty="0">
                <a:latin typeface="+mj-ea"/>
                <a:ea typeface="+mj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3304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1190</TotalTime>
  <Words>327</Words>
  <Application>Microsoft Office PowerPoint</Application>
  <PresentationFormat>와이드스크린</PresentationFormat>
  <Paragraphs>57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조향덕</dc:creator>
  <cp:lastModifiedBy>조향덕</cp:lastModifiedBy>
  <cp:revision>55</cp:revision>
  <dcterms:created xsi:type="dcterms:W3CDTF">2025-10-29T02:21:35Z</dcterms:created>
  <dcterms:modified xsi:type="dcterms:W3CDTF">2026-02-04T05:43:31Z</dcterms:modified>
</cp:coreProperties>
</file>