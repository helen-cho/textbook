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65" r:id="rId2"/>
    <p:sldId id="261" r:id="rId3"/>
    <p:sldId id="260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06" autoAdjust="0"/>
    <p:restoredTop sz="94552" autoAdjust="0"/>
  </p:normalViewPr>
  <p:slideViewPr>
    <p:cSldViewPr snapToGrid="0">
      <p:cViewPr varScale="1">
        <p:scale>
          <a:sx n="74" d="100"/>
          <a:sy n="74" d="100"/>
        </p:scale>
        <p:origin x="6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D20DE-EA52-436A-AD24-6E2A76FCFA4E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1F003-16CA-49B6-9EC2-9AC8D21DD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88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53BE-C792-FEF7-4EA0-6C2CE820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971224-1453-DBAF-2E41-D13C8ADB8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8D95EA-F918-9F82-C00A-7C83F42A3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735D99-EE52-4BB5-2B6A-7D87AC3CD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025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8E896-0B81-C195-4866-80746C3C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5CB5B1-6D22-1BDD-921B-F563440E7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54ACC6-9786-DEF9-07D4-88B93E4ED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291E0-CCE0-8DF4-0854-D62239D2E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534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05780-F2FC-15EC-629F-7C62C4EF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60504-FDE8-378C-A9DF-537657386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8BCC3D-6753-042D-8BB0-3FF858CD4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04E0D5-C4C7-0711-15D0-D0668288C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011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0ADD4-BE4F-5035-598C-00EB5A393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CC7DCC-117E-251D-1B8F-0EE92A38F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CF9F78-A8FA-5FA6-7425-43B9EA9AA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62A2E-226F-96C2-C3F3-81DDFA4D5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382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4D4B-EC80-EA81-BBF5-45EA8350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015A62-0289-02CE-9883-A6FD7BDE4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DB971D-0254-3892-FD1E-BE5D90DB1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6A20CB-0DDD-92E1-9464-0E4121D04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826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6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9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7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3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70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7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45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2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64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9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6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1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2D94-A1E5-6A55-9DD5-A071ED15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E92BE0-6545-B19B-1031-2F7D841ADC7C}"/>
              </a:ext>
            </a:extLst>
          </p:cNvPr>
          <p:cNvSpPr txBox="1"/>
          <p:nvPr/>
        </p:nvSpPr>
        <p:spPr>
          <a:xfrm>
            <a:off x="795160" y="2085889"/>
            <a:ext cx="109122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3200" b="1" dirty="0">
                <a:latin typeface="+mj-ea"/>
                <a:ea typeface="+mj-ea"/>
              </a:rPr>
              <a:t>Properties</a:t>
            </a:r>
            <a:r>
              <a:rPr lang="ko-KR" altLang="en-US" sz="3200" b="1" dirty="0">
                <a:latin typeface="+mj-ea"/>
                <a:ea typeface="+mj-ea"/>
              </a:rPr>
              <a:t>를 줄인 말로 컴포넌트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  <a:ea typeface="+mj-ea"/>
              </a:rPr>
              <a:t>속성을 설정 때 사용</a:t>
            </a:r>
            <a:endParaRPr lang="en-US" altLang="ko-KR" sz="3200" b="1" dirty="0">
              <a:solidFill>
                <a:srgbClr val="FFFF00"/>
              </a:solidFill>
              <a:latin typeface="+mj-ea"/>
              <a:ea typeface="+mj-ea"/>
            </a:endParaRPr>
          </a:p>
          <a:p>
            <a:endParaRPr lang="en-US" altLang="ko-KR" sz="3200" b="1" dirty="0">
              <a:solidFill>
                <a:srgbClr val="FFFF00"/>
              </a:solidFill>
              <a:latin typeface="+mj-ea"/>
              <a:ea typeface="+mj-ea"/>
            </a:endParaRPr>
          </a:p>
          <a:p>
            <a:r>
              <a:rPr lang="en-US" altLang="ko-KR" sz="3200" b="1" dirty="0">
                <a:latin typeface="+mj-ea"/>
              </a:rPr>
              <a:t>2. props</a:t>
            </a:r>
            <a:r>
              <a:rPr lang="ko-KR" altLang="en-US" sz="3200" b="1" dirty="0">
                <a:latin typeface="+mj-ea"/>
              </a:rPr>
              <a:t>는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부모</a:t>
            </a:r>
            <a:r>
              <a:rPr lang="ko-KR" altLang="en-US" sz="3200" b="1" dirty="0">
                <a:latin typeface="+mj-ea"/>
              </a:rPr>
              <a:t>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컴포넌트</a:t>
            </a:r>
            <a:r>
              <a:rPr lang="ko-KR" altLang="en-US" sz="3200" b="1" dirty="0">
                <a:solidFill>
                  <a:schemeClr val="tx2"/>
                </a:solidFill>
                <a:latin typeface="+mj-ea"/>
              </a:rPr>
              <a:t>에서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 설정</a:t>
            </a:r>
            <a:r>
              <a:rPr lang="ko-KR" altLang="en-US" sz="3200" b="1" dirty="0">
                <a:latin typeface="+mj-ea"/>
              </a:rPr>
              <a:t>하고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변경</a:t>
            </a:r>
            <a:r>
              <a:rPr lang="ko-KR" altLang="en-US" sz="3200" b="1" dirty="0">
                <a:latin typeface="+mj-ea"/>
              </a:rPr>
              <a:t> 가능</a:t>
            </a:r>
            <a:endParaRPr lang="en-US" altLang="ko-KR" sz="3200" b="1" dirty="0">
              <a:latin typeface="+mj-ea"/>
            </a:endParaRPr>
          </a:p>
          <a:p>
            <a:endParaRPr lang="en-US" altLang="ko-KR" sz="3200" b="1" dirty="0"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3.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자식 컴포넌트</a:t>
            </a:r>
            <a:r>
              <a:rPr lang="ko-KR" altLang="en-US" sz="3200" b="1" dirty="0">
                <a:latin typeface="+mj-ea"/>
              </a:rPr>
              <a:t>에서 </a:t>
            </a:r>
            <a:r>
              <a:rPr lang="en-US" altLang="ko-KR" sz="3200" b="1" dirty="0">
                <a:latin typeface="+mj-ea"/>
              </a:rPr>
              <a:t>props</a:t>
            </a:r>
            <a:r>
              <a:rPr lang="ko-KR" altLang="en-US" sz="3200" b="1" dirty="0">
                <a:latin typeface="+mj-ea"/>
              </a:rPr>
              <a:t>는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읽기 전용</a:t>
            </a:r>
            <a:r>
              <a:rPr lang="ko-KR" altLang="en-US" sz="3200" b="1" dirty="0">
                <a:latin typeface="+mj-ea"/>
              </a:rPr>
              <a:t>으로만 사용 가능</a:t>
            </a:r>
            <a:endParaRPr lang="en-US" altLang="ko-KR" sz="3200" b="1" dirty="0">
              <a:latin typeface="+mj-ea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D4F72F73-D54A-1C94-9062-B75C995C1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2A53FB-2E05-6424-331E-35E7ABF332EA}"/>
              </a:ext>
            </a:extLst>
          </p:cNvPr>
          <p:cNvSpPr txBox="1"/>
          <p:nvPr/>
        </p:nvSpPr>
        <p:spPr>
          <a:xfrm>
            <a:off x="1653569" y="375293"/>
            <a:ext cx="40916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props(</a:t>
            </a:r>
            <a:r>
              <a:rPr lang="ko-KR" altLang="en-US" sz="4400" b="1" dirty="0" err="1">
                <a:latin typeface="+mj-ea"/>
                <a:ea typeface="+mj-ea"/>
              </a:rPr>
              <a:t>프롭스</a:t>
            </a:r>
            <a:r>
              <a:rPr lang="en-US" altLang="ko-KR" sz="4400" b="1" dirty="0">
                <a:latin typeface="+mj-ea"/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00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51579-B0EF-5721-ED28-5B15C1D5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3D1C22-A762-0555-ECCA-5DBB0EB3B930}"/>
              </a:ext>
            </a:extLst>
          </p:cNvPr>
          <p:cNvSpPr txBox="1"/>
          <p:nvPr/>
        </p:nvSpPr>
        <p:spPr>
          <a:xfrm>
            <a:off x="350497" y="1671821"/>
            <a:ext cx="5745503" cy="42415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180000" tIns="180000" bIns="180000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부모 컴포넌트</a:t>
            </a:r>
            <a:endParaRPr lang="en-US" altLang="ko-KR" sz="3200" b="1" dirty="0">
              <a:latin typeface="+mj-ea"/>
              <a:ea typeface="+mj-ea"/>
            </a:endParaRPr>
          </a:p>
          <a:p>
            <a:endParaRPr lang="en-US" altLang="ko-KR" sz="2400" b="1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const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App</a:t>
            </a:r>
            <a:r>
              <a:rPr lang="en-US" altLang="ko-KR" sz="2800" b="1" dirty="0">
                <a:latin typeface="+mj-ea"/>
                <a:ea typeface="+mj-ea"/>
              </a:rPr>
              <a:t>=()=&gt; {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return(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&lt;div&gt;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  &lt;Student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name</a:t>
            </a:r>
            <a:r>
              <a:rPr lang="en-US" altLang="ko-KR" sz="2800" b="1" dirty="0">
                <a:latin typeface="+mj-ea"/>
                <a:ea typeface="+mj-ea"/>
              </a:rPr>
              <a:t>=</a:t>
            </a:r>
            <a:r>
              <a:rPr lang="en-US" altLang="ko-KR" sz="2800" b="1" dirty="0">
                <a:latin typeface="+mj-ea"/>
              </a:rPr>
              <a:t> '</a:t>
            </a:r>
            <a:r>
              <a:rPr lang="ko-KR" altLang="en-US" sz="2800" b="1" dirty="0">
                <a:latin typeface="+mj-ea"/>
                <a:ea typeface="+mj-ea"/>
              </a:rPr>
              <a:t>홍길동</a:t>
            </a:r>
            <a:r>
              <a:rPr lang="en-US" altLang="ko-KR" sz="2800" b="1" dirty="0">
                <a:latin typeface="+mj-ea"/>
              </a:rPr>
              <a:t>' </a:t>
            </a:r>
            <a:r>
              <a:rPr lang="en-US" altLang="ko-KR" sz="2800" b="1" dirty="0">
                <a:latin typeface="+mj-ea"/>
                <a:ea typeface="+mj-ea"/>
              </a:rPr>
              <a:t>&gt;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&lt;/div&gt;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)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}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87BFBD97-9C53-6AD1-70A8-84C9F19F1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4BDEF1-6C56-BAA8-0907-F666DA48F5E1}"/>
              </a:ext>
            </a:extLst>
          </p:cNvPr>
          <p:cNvSpPr txBox="1"/>
          <p:nvPr/>
        </p:nvSpPr>
        <p:spPr>
          <a:xfrm>
            <a:off x="1653569" y="375293"/>
            <a:ext cx="4298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props </a:t>
            </a:r>
            <a:r>
              <a:rPr lang="ko-KR" altLang="en-US" sz="4400" b="1" dirty="0">
                <a:latin typeface="+mj-ea"/>
                <a:ea typeface="+mj-ea"/>
              </a:rPr>
              <a:t>예제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19096-A19C-D95D-7974-AC9DC7CFB710}"/>
              </a:ext>
            </a:extLst>
          </p:cNvPr>
          <p:cNvSpPr txBox="1"/>
          <p:nvPr/>
        </p:nvSpPr>
        <p:spPr>
          <a:xfrm>
            <a:off x="6310043" y="1645942"/>
            <a:ext cx="5534222" cy="4241500"/>
          </a:xfrm>
          <a:prstGeom prst="rect">
            <a:avLst/>
          </a:prstGeom>
          <a:noFill/>
          <a:ln w="25400">
            <a:solidFill>
              <a:schemeClr val="tx2">
                <a:alpha val="96000"/>
              </a:schemeClr>
            </a:solidFill>
          </a:ln>
        </p:spPr>
        <p:txBody>
          <a:bodyPr wrap="square" lIns="180000" tIns="180000" bIns="180000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자식 컴포넌트</a:t>
            </a:r>
            <a:endParaRPr lang="en-US" altLang="ko-KR" sz="3200" b="1" dirty="0">
              <a:latin typeface="+mj-ea"/>
              <a:ea typeface="+mj-ea"/>
            </a:endParaRPr>
          </a:p>
          <a:p>
            <a:endParaRPr lang="en-US" altLang="ko-KR" sz="2400" b="1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const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Student </a:t>
            </a:r>
            <a:r>
              <a:rPr lang="en-US" altLang="ko-KR" sz="2800" b="1" dirty="0">
                <a:latin typeface="+mj-ea"/>
                <a:ea typeface="+mj-ea"/>
              </a:rPr>
              <a:t>= (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{name}</a:t>
            </a:r>
            <a:r>
              <a:rPr lang="en-US" altLang="ko-KR" sz="2800" b="1" dirty="0">
                <a:latin typeface="+mj-ea"/>
                <a:ea typeface="+mj-ea"/>
              </a:rPr>
              <a:t>) =&gt; {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return(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&lt;div&gt;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	  &lt;h1&gt;{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name</a:t>
            </a:r>
            <a:r>
              <a:rPr lang="en-US" altLang="ko-KR" sz="2800" b="1" dirty="0">
                <a:latin typeface="+mj-ea"/>
                <a:ea typeface="+mj-ea"/>
              </a:rPr>
              <a:t>}&lt;/h1&gt;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&lt;/div&gt;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)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360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352CB-C1E9-3DBE-62A6-0CA2ABEF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448613-F9C8-5839-F789-535866EAC6C1}"/>
              </a:ext>
            </a:extLst>
          </p:cNvPr>
          <p:cNvSpPr txBox="1"/>
          <p:nvPr/>
        </p:nvSpPr>
        <p:spPr>
          <a:xfrm>
            <a:off x="1106610" y="1733645"/>
            <a:ext cx="1042816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200" b="1" dirty="0">
                <a:latin typeface="+mj-ea"/>
                <a:ea typeface="+mj-ea"/>
              </a:rPr>
              <a:t>컴포넌트 내에서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  <a:ea typeface="+mj-ea"/>
              </a:rPr>
              <a:t>동적으로 변하는 데이터</a:t>
            </a:r>
            <a:r>
              <a:rPr lang="ko-KR" altLang="en-US" sz="3200" b="1" dirty="0">
                <a:latin typeface="+mj-ea"/>
                <a:ea typeface="+mj-ea"/>
              </a:rPr>
              <a:t>를 저장객체</a:t>
            </a:r>
            <a:endParaRPr lang="en-US" altLang="ko-KR" sz="3200" b="1" dirty="0">
              <a:latin typeface="+mj-ea"/>
              <a:ea typeface="+mj-ea"/>
            </a:endParaRPr>
          </a:p>
          <a:p>
            <a:pPr marL="514350" indent="-514350">
              <a:buAutoNum type="arabicPeriod"/>
            </a:pPr>
            <a:endParaRPr lang="en-US" altLang="ko-KR" sz="3200" b="1" dirty="0">
              <a:latin typeface="+mj-ea"/>
              <a:ea typeface="+mj-ea"/>
            </a:endParaRPr>
          </a:p>
          <a:p>
            <a:r>
              <a:rPr lang="en-US" altLang="ko-KR" sz="3200" b="1" dirty="0">
                <a:latin typeface="+mj-ea"/>
              </a:rPr>
              <a:t>2.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상태가 변경될 때마다 </a:t>
            </a:r>
            <a:r>
              <a:rPr lang="ko-KR" altLang="en-US" sz="3200" b="1" dirty="0">
                <a:latin typeface="+mj-ea"/>
              </a:rPr>
              <a:t>컴포넌트가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자동으로 렌더링</a:t>
            </a: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3. </a:t>
            </a:r>
            <a:r>
              <a:rPr lang="ko-KR" altLang="en-US" sz="3200" b="1" dirty="0" err="1">
                <a:latin typeface="+mj-ea"/>
              </a:rPr>
              <a:t>리액트</a:t>
            </a:r>
            <a:r>
              <a:rPr lang="ko-KR" altLang="en-US" sz="3200" b="1" dirty="0">
                <a:latin typeface="+mj-ea"/>
              </a:rPr>
              <a:t>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</a:rPr>
              <a:t>useState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Hook</a:t>
            </a:r>
            <a:r>
              <a:rPr lang="ko-KR" altLang="en-US" sz="3200" b="1" dirty="0">
                <a:latin typeface="+mj-ea"/>
              </a:rPr>
              <a:t>을 사용하여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state(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상태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)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관리</a:t>
            </a: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r>
              <a:rPr lang="en-US" altLang="ko-KR" sz="3000" b="1" dirty="0">
                <a:latin typeface="+mj-ea"/>
              </a:rPr>
              <a:t>* </a:t>
            </a:r>
            <a:r>
              <a:rPr lang="ko-KR" altLang="en-US" sz="3000" b="1" dirty="0" err="1">
                <a:solidFill>
                  <a:srgbClr val="FFFF00"/>
                </a:solidFill>
                <a:latin typeface="+mj-ea"/>
              </a:rPr>
              <a:t>리액트</a:t>
            </a:r>
            <a:r>
              <a:rPr lang="ko-KR" altLang="en-US" sz="3000" b="1" dirty="0">
                <a:solidFill>
                  <a:srgbClr val="FFFF00"/>
                </a:solidFill>
                <a:latin typeface="+mj-ea"/>
              </a:rPr>
              <a:t> 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</a:rPr>
              <a:t>Hook</a:t>
            </a:r>
            <a:r>
              <a:rPr lang="en-US" altLang="ko-KR" sz="3000" b="1" dirty="0">
                <a:latin typeface="+mj-ea"/>
              </a:rPr>
              <a:t>: </a:t>
            </a:r>
            <a:r>
              <a:rPr lang="ko-KR" altLang="en-US" sz="3000" b="1" dirty="0">
                <a:latin typeface="+mj-ea"/>
              </a:rPr>
              <a:t>함수형 컴포넌트에서 상태와 생명주기 기능을 쉽게 </a:t>
            </a:r>
            <a:r>
              <a:rPr lang="ko-KR" altLang="en-US" sz="3000" b="1">
                <a:latin typeface="+mj-ea"/>
              </a:rPr>
              <a:t>처리해주는 함수들이다</a:t>
            </a:r>
            <a:r>
              <a:rPr lang="en-US" altLang="ko-KR" sz="3000" b="1" dirty="0">
                <a:latin typeface="+mj-ea"/>
              </a:rPr>
              <a:t>.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2537999-8A5B-C944-7498-607BB75A1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B17AF2-525D-93D4-C75C-11AEF4DA5FBF}"/>
              </a:ext>
            </a:extLst>
          </p:cNvPr>
          <p:cNvSpPr txBox="1"/>
          <p:nvPr/>
        </p:nvSpPr>
        <p:spPr>
          <a:xfrm>
            <a:off x="1653569" y="375293"/>
            <a:ext cx="4298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state</a:t>
            </a:r>
            <a:r>
              <a:rPr lang="ko-KR" altLang="en-US" sz="4400" b="1" dirty="0">
                <a:latin typeface="+mj-ea"/>
                <a:ea typeface="+mj-ea"/>
              </a:rPr>
              <a:t>란</a:t>
            </a:r>
            <a:r>
              <a:rPr lang="en-US" altLang="ko-KR" sz="4400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6848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8456-B4B7-25ED-BC78-2D794D98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F2B72-F49C-1A29-2774-28F59F3D5A6B}"/>
              </a:ext>
            </a:extLst>
          </p:cNvPr>
          <p:cNvSpPr txBox="1"/>
          <p:nvPr/>
        </p:nvSpPr>
        <p:spPr>
          <a:xfrm>
            <a:off x="639884" y="2562139"/>
            <a:ext cx="10912231" cy="855958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tIns="180000" bIns="180000" rtlCol="0">
            <a:spAutoFit/>
          </a:bodyPr>
          <a:lstStyle/>
          <a:p>
            <a:pPr algn="ctr"/>
            <a:r>
              <a:rPr lang="en-US" altLang="ko-KR" sz="3200" b="1" dirty="0">
                <a:latin typeface="+mj-ea"/>
                <a:ea typeface="+mj-ea"/>
              </a:rPr>
              <a:t>const [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state,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  <a:ea typeface="+mj-ea"/>
              </a:rPr>
              <a:t>setState</a:t>
            </a:r>
            <a:r>
              <a:rPr lang="en-US" altLang="ko-KR" sz="3200" b="1" dirty="0">
                <a:latin typeface="+mj-ea"/>
                <a:ea typeface="+mj-ea"/>
              </a:rPr>
              <a:t>] =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  <a:ea typeface="+mj-ea"/>
              </a:rPr>
              <a:t>useState</a:t>
            </a:r>
            <a:r>
              <a:rPr lang="en-US" altLang="ko-KR" sz="3200" b="1" dirty="0">
                <a:latin typeface="+mj-ea"/>
                <a:ea typeface="+mj-ea"/>
              </a:rPr>
              <a:t>(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  <a:ea typeface="+mj-ea"/>
              </a:rPr>
              <a:t>초기값</a:t>
            </a:r>
            <a:r>
              <a:rPr lang="en-US" altLang="ko-KR" sz="3200" b="1" dirty="0">
                <a:latin typeface="+mj-ea"/>
                <a:ea typeface="+mj-ea"/>
              </a:rPr>
              <a:t>)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9C5B57EB-30F9-86F9-E6F5-878D19BCD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959F0D-F571-62D8-1DFD-1A45C1491CA7}"/>
              </a:ext>
            </a:extLst>
          </p:cNvPr>
          <p:cNvSpPr txBox="1"/>
          <p:nvPr/>
        </p:nvSpPr>
        <p:spPr>
          <a:xfrm>
            <a:off x="1653570" y="375293"/>
            <a:ext cx="2521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useState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A57D9-7C8F-70A8-5A98-0EB98D017326}"/>
              </a:ext>
            </a:extLst>
          </p:cNvPr>
          <p:cNvSpPr txBox="1"/>
          <p:nvPr/>
        </p:nvSpPr>
        <p:spPr>
          <a:xfrm>
            <a:off x="1011976" y="3724732"/>
            <a:ext cx="10551374" cy="2132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1.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state</a:t>
            </a:r>
            <a:r>
              <a:rPr lang="en-US" altLang="ko-KR" sz="3200" b="1" dirty="0">
                <a:latin typeface="+mj-ea"/>
                <a:ea typeface="+mj-ea"/>
              </a:rPr>
              <a:t> : </a:t>
            </a:r>
            <a:r>
              <a:rPr lang="en-US" altLang="ko-KR" sz="2800" b="1" dirty="0">
                <a:latin typeface="+mj-ea"/>
                <a:ea typeface="+mj-ea"/>
              </a:rPr>
              <a:t>state </a:t>
            </a:r>
            <a:r>
              <a:rPr lang="ko-KR" altLang="en-US" sz="2800" b="1" dirty="0">
                <a:latin typeface="+mj-ea"/>
                <a:ea typeface="+mj-ea"/>
              </a:rPr>
              <a:t>변수이름</a:t>
            </a:r>
            <a:endParaRPr lang="en-US" altLang="ko-KR" sz="28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2.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</a:rPr>
              <a:t>setState</a:t>
            </a:r>
            <a:r>
              <a:rPr lang="en-US" altLang="ko-KR" sz="3200" b="1" dirty="0">
                <a:latin typeface="+mj-ea"/>
              </a:rPr>
              <a:t> </a:t>
            </a:r>
            <a:r>
              <a:rPr lang="en-US" altLang="ko-KR" sz="2800" b="1" dirty="0">
                <a:latin typeface="+mj-ea"/>
              </a:rPr>
              <a:t>: state </a:t>
            </a:r>
            <a:r>
              <a:rPr lang="ko-KR" altLang="en-US" sz="2800" b="1" dirty="0">
                <a:latin typeface="+mj-ea"/>
              </a:rPr>
              <a:t>변수의 값을 변경하는 함수</a:t>
            </a:r>
            <a:endParaRPr lang="en-US" altLang="ko-KR" sz="2800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3.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초기값</a:t>
            </a:r>
            <a:r>
              <a:rPr lang="ko-KR" altLang="en-US" sz="2800" b="1" dirty="0">
                <a:latin typeface="+mj-ea"/>
              </a:rPr>
              <a:t> </a:t>
            </a:r>
            <a:r>
              <a:rPr lang="en-US" altLang="ko-KR" sz="2800" b="1" dirty="0">
                <a:latin typeface="+mj-ea"/>
              </a:rPr>
              <a:t>: state </a:t>
            </a:r>
            <a:r>
              <a:rPr lang="ko-KR" altLang="en-US" sz="2800" b="1" dirty="0">
                <a:latin typeface="+mj-ea"/>
              </a:rPr>
              <a:t>변수에 저장되는 초기값</a:t>
            </a:r>
            <a:endParaRPr lang="en-US" altLang="ko-KR" sz="2800" b="1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2DF84-D3BA-23E8-16A5-2AC9E95E276A}"/>
              </a:ext>
            </a:extLst>
          </p:cNvPr>
          <p:cNvSpPr txBox="1"/>
          <p:nvPr/>
        </p:nvSpPr>
        <p:spPr>
          <a:xfrm>
            <a:off x="716701" y="1843408"/>
            <a:ext cx="11006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+mj-ea"/>
                <a:ea typeface="+mj-ea"/>
              </a:rPr>
              <a:t>초기값을 </a:t>
            </a:r>
            <a:r>
              <a:rPr lang="en-US" altLang="ko-KR" sz="2800" b="1" dirty="0" err="1">
                <a:latin typeface="+mj-ea"/>
                <a:ea typeface="+mj-ea"/>
              </a:rPr>
              <a:t>useState</a:t>
            </a:r>
            <a:r>
              <a:rPr lang="en-US" altLang="ko-KR" sz="2800" b="1" dirty="0">
                <a:latin typeface="+mj-ea"/>
                <a:ea typeface="+mj-ea"/>
              </a:rPr>
              <a:t> </a:t>
            </a:r>
            <a:r>
              <a:rPr lang="ko-KR" altLang="en-US" sz="2800" b="1" dirty="0">
                <a:latin typeface="+mj-ea"/>
                <a:ea typeface="+mj-ea"/>
              </a:rPr>
              <a:t>인자로 넣으면 </a:t>
            </a:r>
            <a:r>
              <a:rPr lang="en-US" altLang="ko-KR" sz="2800" b="1" dirty="0">
                <a:latin typeface="+mj-ea"/>
                <a:ea typeface="+mj-ea"/>
              </a:rPr>
              <a:t>state, </a:t>
            </a:r>
            <a:r>
              <a:rPr lang="en-US" altLang="ko-KR" sz="2800" b="1" dirty="0" err="1">
                <a:latin typeface="+mj-ea"/>
                <a:ea typeface="+mj-ea"/>
              </a:rPr>
              <a:t>setState</a:t>
            </a:r>
            <a:r>
              <a:rPr lang="ko-KR" altLang="en-US" sz="2800" b="1" dirty="0">
                <a:latin typeface="+mj-ea"/>
                <a:ea typeface="+mj-ea"/>
              </a:rPr>
              <a:t>가 반환된다</a:t>
            </a:r>
            <a:r>
              <a:rPr lang="en-US" altLang="ko-KR" sz="2800" b="1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73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AC5C-AC8D-EA98-97E7-BAEB9C1D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0FB11F-1931-2C1A-597F-077B2B54FFDD}"/>
              </a:ext>
            </a:extLst>
          </p:cNvPr>
          <p:cNvSpPr txBox="1"/>
          <p:nvPr/>
        </p:nvSpPr>
        <p:spPr>
          <a:xfrm>
            <a:off x="1480485" y="1608163"/>
            <a:ext cx="9911416" cy="459968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360000" tIns="72000" bIns="72000" rtlCol="0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const Counter=()=&gt; {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const [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count,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setCount</a:t>
            </a:r>
            <a:r>
              <a:rPr lang="en-US" altLang="ko-KR" sz="2800" b="1" dirty="0">
                <a:latin typeface="+mj-ea"/>
                <a:ea typeface="+mj-ea"/>
              </a:rPr>
              <a:t>] = </a:t>
            </a:r>
            <a:r>
              <a:rPr lang="en-US" altLang="ko-KR" sz="2800" b="1" dirty="0" err="1">
                <a:latin typeface="+mj-ea"/>
                <a:ea typeface="+mj-ea"/>
              </a:rPr>
              <a:t>useState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0</a:t>
            </a:r>
            <a:r>
              <a:rPr lang="en-US" altLang="ko-KR" sz="2800" b="1" dirty="0">
                <a:latin typeface="+mj-ea"/>
                <a:ea typeface="+mj-ea"/>
              </a:rPr>
              <a:t>);</a:t>
            </a:r>
          </a:p>
          <a:p>
            <a:endParaRPr lang="en-US" altLang="ko-KR" sz="2800" b="1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    return(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    &lt;div&gt;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        &lt;h1&gt;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{ count }</a:t>
            </a:r>
            <a:r>
              <a:rPr lang="en-US" altLang="ko-KR" sz="2800" b="1" dirty="0">
                <a:latin typeface="+mj-ea"/>
                <a:ea typeface="+mj-ea"/>
              </a:rPr>
              <a:t>&lt;/h1&gt;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        &lt;button </a:t>
            </a:r>
            <a:r>
              <a:rPr lang="en-US" altLang="ko-KR" sz="2800" b="1" dirty="0" err="1">
                <a:latin typeface="+mj-ea"/>
                <a:ea typeface="+mj-ea"/>
              </a:rPr>
              <a:t>onClick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= {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()=&gt;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setCount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(count+1) 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}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    &lt;/div&gt;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)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}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1C4DDEAD-D553-E895-C99C-CB3D71DCF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669F43-114E-3F5D-5DA2-4449390CAC89}"/>
              </a:ext>
            </a:extLst>
          </p:cNvPr>
          <p:cNvSpPr txBox="1"/>
          <p:nvPr/>
        </p:nvSpPr>
        <p:spPr>
          <a:xfrm>
            <a:off x="1653569" y="375293"/>
            <a:ext cx="4298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useState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예제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14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</TotalTime>
  <Words>242</Words>
  <Application>Microsoft Office PowerPoint</Application>
  <PresentationFormat>와이드스크린</PresentationFormat>
  <Paragraphs>55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35</cp:revision>
  <dcterms:created xsi:type="dcterms:W3CDTF">2025-10-29T02:21:35Z</dcterms:created>
  <dcterms:modified xsi:type="dcterms:W3CDTF">2026-02-04T07:07:33Z</dcterms:modified>
</cp:coreProperties>
</file>