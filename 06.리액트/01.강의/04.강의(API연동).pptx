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67" r:id="rId2"/>
    <p:sldId id="268" r:id="rId3"/>
    <p:sldId id="271" r:id="rId4"/>
    <p:sldId id="272" r:id="rId5"/>
    <p:sldId id="266" r:id="rId6"/>
    <p:sldId id="265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06" autoAdjust="0"/>
    <p:restoredTop sz="94552" autoAdjust="0"/>
  </p:normalViewPr>
  <p:slideViewPr>
    <p:cSldViewPr snapToGrid="0">
      <p:cViewPr varScale="1">
        <p:scale>
          <a:sx n="74" d="100"/>
          <a:sy n="74" d="100"/>
        </p:scale>
        <p:origin x="608" y="4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D20DE-EA52-436A-AD24-6E2A76FCFA4E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1F003-16CA-49B6-9EC2-9AC8D21DD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88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450DC-D066-5117-6016-515F7EFA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CEE336-02C4-8FD1-170B-F944B7094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942F0E-9F6F-65F2-0185-897967658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6AD69D-7324-8044-AD4C-E2D1C24B1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243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6DE4B-0AC9-1EF4-6C24-31F26F9B4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6C0DDC-AE6E-DE50-1867-54073A35B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307FF2-A497-3093-A415-A96D6FCC4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D2741E-297D-48FF-B08F-97F54D95D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389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DF8E2-D9D9-F5D2-B9D3-D5EDCB260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3EBDA5-8A29-7006-6C2D-4D9F329C5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6215A5-0425-F486-B7C3-C917C26E9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FB277-F690-4455-770F-F46C2D958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463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80A63-3599-408F-E82E-399CFBC4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F6D621-C9FA-627B-8380-A82F83B0B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1154C9-FCC7-DFCA-18FC-220AC20B9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4719A7-2312-BBE8-B073-F13627BC4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933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DC317-8C47-0275-6856-4290B769D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8B0B77-AC29-CB7A-141D-D988D81E3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B84A68-19C8-853C-B7B7-14874012A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172A8A-F5B9-DC8D-E417-2E3591B02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780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7FF3E-14A9-AF54-9DB1-4F0FB1BE6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82B321-5CA7-1482-9F8D-56C60C014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8DAFEE-C280-1E16-0CD2-DBD278AF5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17FFE6-CECA-2521-254E-9D19A7CED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370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36F2D-D0E8-3D03-A08F-95026894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4EECF7-F7AF-9CD7-83F7-A0A0CA8E3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A3604B-2C76-F66E-F508-46ACE39D3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30886F-9789-3BC6-CB7E-46988E578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54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569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9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70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13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70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7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459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2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64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39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565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B46-75CF-42C4-83E0-7D25199BF86C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615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DB0F4-12CE-5C07-A374-F247CF099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3C0FA546-5FB6-FDAA-FA9C-79CC56789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13C963-447D-E461-AB34-9DCE08CA42D8}"/>
              </a:ext>
            </a:extLst>
          </p:cNvPr>
          <p:cNvSpPr txBox="1"/>
          <p:nvPr/>
        </p:nvSpPr>
        <p:spPr>
          <a:xfrm>
            <a:off x="1653569" y="375293"/>
            <a:ext cx="29098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useEffect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595978-27C6-2272-747C-3E0C3246FD6C}"/>
              </a:ext>
            </a:extLst>
          </p:cNvPr>
          <p:cNvSpPr txBox="1"/>
          <p:nvPr/>
        </p:nvSpPr>
        <p:spPr>
          <a:xfrm>
            <a:off x="750499" y="1819241"/>
            <a:ext cx="11050438" cy="3752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200" b="1" dirty="0" err="1">
                <a:latin typeface="+mj-ea"/>
              </a:rPr>
              <a:t>useEffect</a:t>
            </a:r>
            <a:r>
              <a:rPr lang="en-US" altLang="ko-KR" sz="3200" b="1" dirty="0">
                <a:latin typeface="+mj-ea"/>
              </a:rPr>
              <a:t> Hook</a:t>
            </a:r>
            <a:r>
              <a:rPr lang="ko-KR" altLang="en-US" sz="3200" b="1" dirty="0">
                <a:latin typeface="+mj-ea"/>
              </a:rPr>
              <a:t>은 컴포넌트가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Mount, Update, </a:t>
            </a:r>
            <a:r>
              <a:rPr lang="en-US" altLang="ko-KR" sz="3200" b="1" dirty="0" err="1">
                <a:solidFill>
                  <a:srgbClr val="FFFF00"/>
                </a:solidFill>
                <a:latin typeface="+mj-ea"/>
              </a:rPr>
              <a:t>UnMount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 </a:t>
            </a:r>
          </a:p>
          <a:p>
            <a:pPr algn="just"/>
            <a:r>
              <a:rPr lang="ko-KR" altLang="en-US" sz="3200" b="1" dirty="0">
                <a:latin typeface="+mj-ea"/>
              </a:rPr>
              <a:t>될 때마다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특정 작업</a:t>
            </a:r>
            <a:r>
              <a:rPr lang="ko-KR" altLang="en-US" sz="3200" b="1" dirty="0">
                <a:latin typeface="+mj-ea"/>
              </a:rPr>
              <a:t>을 하고 싶을 때 사용한다</a:t>
            </a:r>
            <a:r>
              <a:rPr lang="en-US" altLang="ko-KR" sz="3200" b="1" dirty="0">
                <a:latin typeface="+mj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rgbClr val="FFFF00"/>
              </a:solidFill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3200" b="1" dirty="0">
                <a:latin typeface="+mj-ea"/>
                <a:ea typeface="+mj-ea"/>
              </a:rPr>
              <a:t>1.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  <a:ea typeface="+mj-ea"/>
              </a:rPr>
              <a:t>Mount</a:t>
            </a:r>
            <a:r>
              <a:rPr lang="en-US" altLang="ko-KR" sz="3200" b="1" dirty="0">
                <a:latin typeface="+mj-ea"/>
                <a:ea typeface="+mj-ea"/>
              </a:rPr>
              <a:t> : </a:t>
            </a:r>
            <a:r>
              <a:rPr lang="ko-KR" altLang="en-US" sz="3200" b="1" dirty="0">
                <a:latin typeface="+mj-ea"/>
                <a:ea typeface="+mj-ea"/>
              </a:rPr>
              <a:t>컴포넌트가 화면에 처음 렌더링</a:t>
            </a:r>
            <a:endParaRPr lang="en-US" altLang="ko-KR" sz="3200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3200" b="1" dirty="0">
                <a:latin typeface="+mj-ea"/>
                <a:ea typeface="+mj-ea"/>
              </a:rPr>
              <a:t>2.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  <a:ea typeface="+mj-ea"/>
              </a:rPr>
              <a:t>Update</a:t>
            </a:r>
            <a:r>
              <a:rPr lang="en-US" altLang="ko-KR" sz="3200" b="1" dirty="0">
                <a:latin typeface="+mj-ea"/>
                <a:ea typeface="+mj-ea"/>
              </a:rPr>
              <a:t> : </a:t>
            </a:r>
            <a:r>
              <a:rPr lang="ko-KR" altLang="en-US" sz="3200" b="1" dirty="0">
                <a:latin typeface="+mj-ea"/>
                <a:ea typeface="+mj-ea"/>
              </a:rPr>
              <a:t>컴포넌트가 다시 렌더링</a:t>
            </a:r>
            <a:endParaRPr lang="en-US" altLang="ko-KR" sz="3200" b="1" dirty="0"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3200" b="1" dirty="0">
                <a:latin typeface="+mj-ea"/>
                <a:ea typeface="+mj-ea"/>
              </a:rPr>
              <a:t>3. </a:t>
            </a:r>
            <a:r>
              <a:rPr lang="en-US" altLang="ko-KR" sz="3200" b="1" dirty="0" err="1">
                <a:solidFill>
                  <a:srgbClr val="FFFF00"/>
                </a:solidFill>
                <a:latin typeface="+mj-ea"/>
                <a:ea typeface="+mj-ea"/>
              </a:rPr>
              <a:t>UnMount</a:t>
            </a:r>
            <a:r>
              <a:rPr lang="en-US" altLang="ko-KR" sz="3200" b="1" dirty="0">
                <a:latin typeface="+mj-ea"/>
                <a:ea typeface="+mj-ea"/>
              </a:rPr>
              <a:t> : </a:t>
            </a:r>
            <a:r>
              <a:rPr lang="ko-KR" altLang="en-US" sz="3200" b="1" dirty="0">
                <a:latin typeface="+mj-ea"/>
                <a:ea typeface="+mj-ea"/>
              </a:rPr>
              <a:t>컴포넌트가 화면에서 사라지는 것</a:t>
            </a:r>
            <a:endParaRPr lang="en-US" altLang="ko-KR" sz="32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09726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D4899-0CB7-336F-80BF-9AF1AC197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10FADEA7-4191-87BC-C947-E929FA45A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71D0A8-0809-AAFD-0FE7-D9DA563ECAD9}"/>
              </a:ext>
            </a:extLst>
          </p:cNvPr>
          <p:cNvSpPr txBox="1"/>
          <p:nvPr/>
        </p:nvSpPr>
        <p:spPr>
          <a:xfrm>
            <a:off x="1653569" y="375293"/>
            <a:ext cx="69210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useEffect</a:t>
            </a:r>
            <a:r>
              <a:rPr lang="ko-KR" altLang="en-US" sz="4400" b="1" dirty="0">
                <a:latin typeface="+mj-ea"/>
                <a:ea typeface="+mj-ea"/>
              </a:rPr>
              <a:t> 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  <a:r>
              <a:rPr lang="ko-KR" altLang="en-US" sz="4400" b="1" dirty="0">
                <a:latin typeface="+mj-ea"/>
                <a:ea typeface="+mj-ea"/>
              </a:rPr>
              <a:t>형식</a:t>
            </a:r>
            <a:r>
              <a:rPr lang="en-US" altLang="ko-KR" sz="44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07689-4363-027A-27A7-9804CCEDB975}"/>
              </a:ext>
            </a:extLst>
          </p:cNvPr>
          <p:cNvSpPr txBox="1"/>
          <p:nvPr/>
        </p:nvSpPr>
        <p:spPr>
          <a:xfrm>
            <a:off x="1130061" y="2579392"/>
            <a:ext cx="9627080" cy="257369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1080000" tIns="360000" rIns="360000" bIns="360000" rtlCol="0">
            <a:spAutoFit/>
          </a:bodyPr>
          <a:lstStyle/>
          <a:p>
            <a:r>
              <a:rPr lang="en-US" altLang="ko-KR" sz="4000" b="1" dirty="0" err="1">
                <a:solidFill>
                  <a:schemeClr val="tx2"/>
                </a:solidFill>
                <a:latin typeface="+mj-ea"/>
                <a:ea typeface="+mj-ea"/>
              </a:rPr>
              <a:t>useEffect</a:t>
            </a:r>
            <a:r>
              <a:rPr lang="en-US" altLang="ko-KR" sz="4000" b="1" dirty="0">
                <a:solidFill>
                  <a:schemeClr val="tx2"/>
                </a:solidFill>
                <a:latin typeface="+mj-ea"/>
                <a:ea typeface="+mj-ea"/>
              </a:rPr>
              <a:t>( ()=&gt;{</a:t>
            </a:r>
            <a:r>
              <a:rPr lang="ko-KR" altLang="en-US" sz="40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endParaRPr lang="en-US" altLang="ko-KR" sz="4000" b="1" dirty="0">
              <a:solidFill>
                <a:schemeClr val="tx2"/>
              </a:solidFill>
              <a:latin typeface="+mj-ea"/>
              <a:ea typeface="+mj-ea"/>
            </a:endParaRPr>
          </a:p>
          <a:p>
            <a:r>
              <a:rPr lang="en-US" altLang="ko-KR" sz="4000" b="1" dirty="0">
                <a:solidFill>
                  <a:schemeClr val="tx2"/>
                </a:solidFill>
                <a:latin typeface="+mj-ea"/>
                <a:ea typeface="+mj-ea"/>
              </a:rPr>
              <a:t>		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//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특정작업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…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 </a:t>
            </a:r>
            <a:endParaRPr lang="en-US" altLang="ko-KR" sz="2800" b="1" dirty="0">
              <a:solidFill>
                <a:srgbClr val="FFFF00"/>
              </a:solidFill>
              <a:latin typeface="+mj-ea"/>
              <a:ea typeface="+mj-ea"/>
            </a:endParaRPr>
          </a:p>
          <a:p>
            <a:r>
              <a:rPr lang="en-US" altLang="ko-KR" sz="4000" b="1" dirty="0">
                <a:solidFill>
                  <a:schemeClr val="tx2"/>
                </a:solidFill>
                <a:latin typeface="+mj-ea"/>
                <a:ea typeface="+mj-ea"/>
              </a:rPr>
              <a:t>} 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9D3D5-091D-EE0B-066D-68DE55AC49DE}"/>
              </a:ext>
            </a:extLst>
          </p:cNvPr>
          <p:cNvSpPr txBox="1"/>
          <p:nvPr/>
        </p:nvSpPr>
        <p:spPr>
          <a:xfrm>
            <a:off x="1011083" y="1817528"/>
            <a:ext cx="9771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첫번째 인자로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콜백함수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만 넣으면 렌더링이 될 때마다 실행</a:t>
            </a:r>
            <a:endParaRPr lang="en-US" altLang="ko-KR" sz="28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95295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C2F5C-4660-B70E-FC4D-BC57A98BA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2EA956C8-60F8-9114-05A1-6DAB185BA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664C84-E3FE-EE80-074E-216D0C87157A}"/>
              </a:ext>
            </a:extLst>
          </p:cNvPr>
          <p:cNvSpPr txBox="1"/>
          <p:nvPr/>
        </p:nvSpPr>
        <p:spPr>
          <a:xfrm>
            <a:off x="1653569" y="375293"/>
            <a:ext cx="69210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useEffect</a:t>
            </a:r>
            <a:r>
              <a:rPr lang="ko-KR" altLang="en-US" sz="4400" b="1" dirty="0">
                <a:latin typeface="+mj-ea"/>
                <a:ea typeface="+mj-ea"/>
              </a:rPr>
              <a:t> 형식</a:t>
            </a:r>
            <a:r>
              <a:rPr lang="en-US" altLang="ko-KR" sz="4400" b="1" dirty="0">
                <a:latin typeface="+mj-ea"/>
                <a:ea typeface="+mj-ea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DF9A1-A93A-6320-B4A1-A7B96637912F}"/>
              </a:ext>
            </a:extLst>
          </p:cNvPr>
          <p:cNvSpPr txBox="1"/>
          <p:nvPr/>
        </p:nvSpPr>
        <p:spPr>
          <a:xfrm>
            <a:off x="1130060" y="2579392"/>
            <a:ext cx="9995139" cy="257369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1080000" tIns="360000" rIns="360000" bIns="360000" rtlCol="0">
            <a:spAutoFit/>
          </a:bodyPr>
          <a:lstStyle/>
          <a:p>
            <a:r>
              <a:rPr lang="en-US" altLang="ko-KR" sz="4000" b="1" dirty="0" err="1">
                <a:solidFill>
                  <a:schemeClr val="tx2"/>
                </a:solidFill>
                <a:latin typeface="+mj-ea"/>
                <a:ea typeface="+mj-ea"/>
              </a:rPr>
              <a:t>useEffect</a:t>
            </a:r>
            <a:r>
              <a:rPr lang="en-US" altLang="ko-KR" sz="4000" b="1" dirty="0">
                <a:solidFill>
                  <a:schemeClr val="tx2"/>
                </a:solidFill>
                <a:latin typeface="+mj-ea"/>
                <a:ea typeface="+mj-ea"/>
              </a:rPr>
              <a:t>( ()=&gt;{</a:t>
            </a:r>
            <a:r>
              <a:rPr lang="ko-KR" altLang="en-US" sz="40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endParaRPr lang="en-US" altLang="ko-KR" sz="4000" b="1" dirty="0">
              <a:solidFill>
                <a:schemeClr val="tx2"/>
              </a:solidFill>
              <a:latin typeface="+mj-ea"/>
              <a:ea typeface="+mj-ea"/>
            </a:endParaRPr>
          </a:p>
          <a:p>
            <a:r>
              <a:rPr lang="en-US" altLang="ko-KR" sz="4000" b="1" dirty="0">
                <a:solidFill>
                  <a:schemeClr val="tx2"/>
                </a:solidFill>
                <a:latin typeface="+mj-ea"/>
                <a:ea typeface="+mj-ea"/>
              </a:rPr>
              <a:t>		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//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특정작업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…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 </a:t>
            </a:r>
            <a:endParaRPr lang="en-US" altLang="ko-KR" sz="2800" b="1" dirty="0">
              <a:solidFill>
                <a:srgbClr val="FFFF00"/>
              </a:solidFill>
              <a:latin typeface="+mj-ea"/>
              <a:ea typeface="+mj-ea"/>
            </a:endParaRPr>
          </a:p>
          <a:p>
            <a:r>
              <a:rPr lang="en-US" altLang="ko-KR" sz="4000" b="1" dirty="0">
                <a:solidFill>
                  <a:schemeClr val="tx2"/>
                </a:solidFill>
                <a:latin typeface="+mj-ea"/>
                <a:ea typeface="+mj-ea"/>
              </a:rPr>
              <a:t>}, </a:t>
            </a:r>
            <a:r>
              <a:rPr lang="en-US" altLang="ko-KR" sz="4000" b="1" dirty="0">
                <a:solidFill>
                  <a:srgbClr val="FFFF00"/>
                </a:solidFill>
                <a:latin typeface="+mj-ea"/>
                <a:ea typeface="+mj-ea"/>
              </a:rPr>
              <a:t>[ ]</a:t>
            </a:r>
            <a:r>
              <a:rPr lang="en-US" altLang="ko-KR" sz="4000" b="1" dirty="0">
                <a:solidFill>
                  <a:schemeClr val="tx2"/>
                </a:solidFill>
                <a:latin typeface="+mj-ea"/>
                <a:ea typeface="+mj-ea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B8BFB-4B81-0E9E-F3DC-54A99AE33621}"/>
              </a:ext>
            </a:extLst>
          </p:cNvPr>
          <p:cNvSpPr txBox="1"/>
          <p:nvPr/>
        </p:nvSpPr>
        <p:spPr>
          <a:xfrm>
            <a:off x="1011083" y="1817528"/>
            <a:ext cx="10409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두번째 인자로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빈 의존배열을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 넣으면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처음 렌더링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 될 때만 실행</a:t>
            </a:r>
            <a:endParaRPr lang="en-US" altLang="ko-KR" sz="28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67199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E418C-0FDE-2202-7C04-3428D357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933B5B62-B3EB-82CB-8859-00D6D829D1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A6AAD1-073A-C679-FF9E-2C9334FE17B3}"/>
              </a:ext>
            </a:extLst>
          </p:cNvPr>
          <p:cNvSpPr txBox="1"/>
          <p:nvPr/>
        </p:nvSpPr>
        <p:spPr>
          <a:xfrm>
            <a:off x="1653569" y="375293"/>
            <a:ext cx="69210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useEffect</a:t>
            </a:r>
            <a:r>
              <a:rPr lang="ko-KR" altLang="en-US" sz="4400" b="1" dirty="0">
                <a:latin typeface="+mj-ea"/>
                <a:ea typeface="+mj-ea"/>
              </a:rPr>
              <a:t> 형식</a:t>
            </a:r>
            <a:r>
              <a:rPr lang="en-US" altLang="ko-KR" sz="4400" b="1" dirty="0">
                <a:latin typeface="+mj-ea"/>
                <a:ea typeface="+mj-ea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59365F-D091-F18F-39BB-836E56CE764E}"/>
              </a:ext>
            </a:extLst>
          </p:cNvPr>
          <p:cNvSpPr txBox="1"/>
          <p:nvPr/>
        </p:nvSpPr>
        <p:spPr>
          <a:xfrm>
            <a:off x="1120536" y="2931817"/>
            <a:ext cx="9627080" cy="2573691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1080000" tIns="360000" rIns="360000" bIns="360000" rtlCol="0">
            <a:spAutoFit/>
          </a:bodyPr>
          <a:lstStyle/>
          <a:p>
            <a:r>
              <a:rPr lang="en-US" altLang="ko-KR" sz="4000" b="1" dirty="0" err="1">
                <a:solidFill>
                  <a:schemeClr val="tx2"/>
                </a:solidFill>
                <a:latin typeface="+mj-ea"/>
                <a:ea typeface="+mj-ea"/>
              </a:rPr>
              <a:t>useEffect</a:t>
            </a:r>
            <a:r>
              <a:rPr lang="en-US" altLang="ko-KR" sz="4000" b="1" dirty="0">
                <a:solidFill>
                  <a:schemeClr val="tx2"/>
                </a:solidFill>
                <a:latin typeface="+mj-ea"/>
                <a:ea typeface="+mj-ea"/>
              </a:rPr>
              <a:t>( ()=&gt;{</a:t>
            </a:r>
            <a:r>
              <a:rPr lang="ko-KR" altLang="en-US" sz="40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endParaRPr lang="en-US" altLang="ko-KR" sz="4000" b="1" dirty="0">
              <a:solidFill>
                <a:schemeClr val="tx2"/>
              </a:solidFill>
              <a:latin typeface="+mj-ea"/>
              <a:ea typeface="+mj-ea"/>
            </a:endParaRPr>
          </a:p>
          <a:p>
            <a:r>
              <a:rPr lang="en-US" altLang="ko-KR" sz="4000" b="1" dirty="0">
                <a:solidFill>
                  <a:schemeClr val="tx2"/>
                </a:solidFill>
                <a:latin typeface="+mj-ea"/>
                <a:ea typeface="+mj-ea"/>
              </a:rPr>
              <a:t>		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//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특정작업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…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 </a:t>
            </a:r>
            <a:endParaRPr lang="en-US" altLang="ko-KR" sz="2800" b="1" dirty="0">
              <a:solidFill>
                <a:srgbClr val="FFFF00"/>
              </a:solidFill>
              <a:latin typeface="+mj-ea"/>
              <a:ea typeface="+mj-ea"/>
            </a:endParaRPr>
          </a:p>
          <a:p>
            <a:r>
              <a:rPr lang="en-US" altLang="ko-KR" sz="4000" b="1" dirty="0">
                <a:solidFill>
                  <a:schemeClr val="tx2"/>
                </a:solidFill>
                <a:latin typeface="+mj-ea"/>
                <a:ea typeface="+mj-ea"/>
              </a:rPr>
              <a:t>}, </a:t>
            </a:r>
            <a:r>
              <a:rPr lang="en-US" altLang="ko-KR" sz="4000" b="1" dirty="0">
                <a:solidFill>
                  <a:srgbClr val="FFFF00"/>
                </a:solidFill>
                <a:latin typeface="+mj-ea"/>
                <a:ea typeface="+mj-ea"/>
              </a:rPr>
              <a:t>[ value ]</a:t>
            </a:r>
            <a:r>
              <a:rPr lang="en-US" altLang="ko-KR" sz="4000" b="1" dirty="0">
                <a:solidFill>
                  <a:schemeClr val="tx2"/>
                </a:solidFill>
                <a:latin typeface="+mj-ea"/>
                <a:ea typeface="+mj-ea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D1171-F942-BE4A-D1D6-ECC6D0B79075}"/>
              </a:ext>
            </a:extLst>
          </p:cNvPr>
          <p:cNvSpPr txBox="1"/>
          <p:nvPr/>
        </p:nvSpPr>
        <p:spPr>
          <a:xfrm>
            <a:off x="1011083" y="1817528"/>
            <a:ext cx="104093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두번째 인자 </a:t>
            </a:r>
            <a:r>
              <a:rPr lang="ko-KR" altLang="en-US" sz="2800" b="1" dirty="0">
                <a:latin typeface="+mj-ea"/>
                <a:ea typeface="+mj-ea"/>
              </a:rPr>
              <a:t>의존배열에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value(state, props) 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값을 넣으면</a:t>
            </a:r>
            <a:endParaRPr lang="en-US" altLang="ko-KR" sz="2800" b="1" dirty="0">
              <a:solidFill>
                <a:schemeClr val="tx2"/>
              </a:solidFill>
              <a:latin typeface="+mj-ea"/>
              <a:ea typeface="+mj-ea"/>
            </a:endParaRPr>
          </a:p>
          <a:p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처음 </a:t>
            </a:r>
            <a:r>
              <a:rPr lang="ko-KR" altLang="en-US" sz="2800" b="1" dirty="0" err="1">
                <a:solidFill>
                  <a:srgbClr val="FFFF00"/>
                </a:solidFill>
                <a:latin typeface="+mj-ea"/>
                <a:ea typeface="+mj-ea"/>
              </a:rPr>
              <a:t>렌더링</a:t>
            </a:r>
            <a:r>
              <a:rPr lang="ko-KR" altLang="en-US" sz="2800" b="1" dirty="0" err="1">
                <a:solidFill>
                  <a:schemeClr val="tx2"/>
                </a:solidFill>
                <a:latin typeface="+mj-ea"/>
                <a:ea typeface="+mj-ea"/>
              </a:rPr>
              <a:t>될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 때</a:t>
            </a:r>
            <a:r>
              <a:rPr lang="en-US" altLang="ko-KR" sz="2800" b="1" dirty="0">
                <a:latin typeface="+mj-ea"/>
                <a:ea typeface="+mj-ea"/>
              </a:rPr>
              <a:t>,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value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 값이 변경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될 때마다 실행</a:t>
            </a:r>
            <a:endParaRPr lang="en-US" altLang="ko-KR" sz="28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04038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3ACD3-18C0-0D46-1CF6-FB5DB9DA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5BAD2F80-5636-DCAF-3C98-F4F3D2BD99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67C857-0EE0-1488-77E0-E579BA97EBF5}"/>
              </a:ext>
            </a:extLst>
          </p:cNvPr>
          <p:cNvSpPr txBox="1"/>
          <p:nvPr/>
        </p:nvSpPr>
        <p:spPr>
          <a:xfrm>
            <a:off x="1653569" y="375293"/>
            <a:ext cx="56425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useEffect</a:t>
            </a:r>
            <a:r>
              <a:rPr lang="ko-KR" altLang="en-US" sz="4400" b="1" dirty="0">
                <a:latin typeface="+mj-ea"/>
                <a:ea typeface="+mj-ea"/>
              </a:rPr>
              <a:t> 예제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6338A-192B-06E4-4B8A-59AB315229FD}"/>
              </a:ext>
            </a:extLst>
          </p:cNvPr>
          <p:cNvSpPr txBox="1"/>
          <p:nvPr/>
        </p:nvSpPr>
        <p:spPr>
          <a:xfrm>
            <a:off x="869324" y="1825416"/>
            <a:ext cx="10592873" cy="1877195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80000" bIns="180000" rtlCol="0">
            <a:spAutoFit/>
          </a:bodyPr>
          <a:lstStyle/>
          <a:p>
            <a:r>
              <a:rPr lang="en-US" altLang="ko-KR" sz="3200" b="1" dirty="0" err="1">
                <a:latin typeface="+mj-ea"/>
                <a:ea typeface="+mj-ea"/>
              </a:rPr>
              <a:t>useEffect</a:t>
            </a:r>
            <a:r>
              <a:rPr lang="en-US" altLang="ko-KR" sz="3200" b="1" dirty="0">
                <a:latin typeface="+mj-ea"/>
                <a:ea typeface="+mj-ea"/>
              </a:rPr>
              <a:t>(()=&gt;{</a:t>
            </a:r>
          </a:p>
          <a:p>
            <a:r>
              <a:rPr lang="en-US" altLang="ko-KR" sz="3200" b="1" dirty="0">
                <a:latin typeface="+mj-ea"/>
                <a:ea typeface="+mj-ea"/>
              </a:rPr>
              <a:t>    </a:t>
            </a:r>
            <a:r>
              <a:rPr lang="en-US" altLang="ko-KR" sz="2400" b="1" dirty="0">
                <a:latin typeface="+mj-ea"/>
                <a:ea typeface="+mj-ea"/>
              </a:rPr>
              <a:t>console.log(</a:t>
            </a:r>
            <a:r>
              <a:rPr lang="en-US" altLang="ko-KR" sz="2400" b="1" dirty="0">
                <a:latin typeface="+mj-ea"/>
              </a:rPr>
              <a:t>'</a:t>
            </a:r>
            <a:r>
              <a:rPr lang="ko-KR" altLang="en-US" sz="2400" b="1" dirty="0">
                <a:latin typeface="+mj-ea"/>
                <a:ea typeface="+mj-ea"/>
              </a:rPr>
              <a:t>컴포넌트가 마운트 될 때 한 번 실행</a:t>
            </a:r>
            <a:r>
              <a:rPr lang="en-US" altLang="ko-KR" sz="2400" b="1" dirty="0">
                <a:latin typeface="+mj-ea"/>
              </a:rPr>
              <a:t>'</a:t>
            </a:r>
            <a:r>
              <a:rPr lang="en-US" altLang="ko-KR" sz="2400" b="1" dirty="0">
                <a:latin typeface="+mj-ea"/>
                <a:ea typeface="+mj-ea"/>
              </a:rPr>
              <a:t>);</a:t>
            </a:r>
          </a:p>
          <a:p>
            <a:r>
              <a:rPr lang="en-US" altLang="ko-KR" sz="3200" b="1" dirty="0">
                <a:latin typeface="+mj-ea"/>
                <a:ea typeface="+mj-ea"/>
              </a:rPr>
              <a:t>},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  <a:ea typeface="+mj-ea"/>
              </a:rPr>
              <a:t>[ ] </a:t>
            </a:r>
            <a:r>
              <a:rPr lang="en-US" altLang="ko-KR" sz="3200" b="1" dirty="0">
                <a:latin typeface="+mj-ea"/>
                <a:ea typeface="+mj-ea"/>
              </a:rPr>
              <a:t>); </a:t>
            </a:r>
            <a:r>
              <a:rPr lang="en-US" altLang="ko-KR" sz="2400" b="1" dirty="0">
                <a:solidFill>
                  <a:srgbClr val="FFFF00"/>
                </a:solidFill>
                <a:latin typeface="+mj-ea"/>
                <a:ea typeface="+mj-ea"/>
              </a:rPr>
              <a:t>//</a:t>
            </a:r>
            <a:r>
              <a:rPr lang="ko-KR" altLang="en-US" sz="2400" b="1" dirty="0">
                <a:solidFill>
                  <a:srgbClr val="FFFF00"/>
                </a:solidFill>
                <a:latin typeface="+mj-ea"/>
                <a:ea typeface="+mj-ea"/>
              </a:rPr>
              <a:t>빈 배열</a:t>
            </a:r>
            <a:endParaRPr lang="en-US" altLang="ko-KR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2EA73-9BB9-3C68-111F-CDDE731B9604}"/>
              </a:ext>
            </a:extLst>
          </p:cNvPr>
          <p:cNvSpPr txBox="1"/>
          <p:nvPr/>
        </p:nvSpPr>
        <p:spPr>
          <a:xfrm>
            <a:off x="863694" y="3844716"/>
            <a:ext cx="10617012" cy="1877195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80000" bIns="180000" rtlCol="0">
            <a:spAutoFit/>
          </a:bodyPr>
          <a:lstStyle/>
          <a:p>
            <a:r>
              <a:rPr lang="en-US" altLang="ko-KR" sz="3200" b="1" dirty="0" err="1">
                <a:latin typeface="+mj-ea"/>
                <a:ea typeface="+mj-ea"/>
              </a:rPr>
              <a:t>useEffect</a:t>
            </a:r>
            <a:r>
              <a:rPr lang="en-US" altLang="ko-KR" sz="3200" b="1" dirty="0">
                <a:latin typeface="+mj-ea"/>
                <a:ea typeface="+mj-ea"/>
              </a:rPr>
              <a:t>(()=&gt;{</a:t>
            </a:r>
          </a:p>
          <a:p>
            <a:r>
              <a:rPr lang="en-US" altLang="ko-KR" sz="3200" b="1" dirty="0">
                <a:latin typeface="+mj-ea"/>
                <a:ea typeface="+mj-ea"/>
              </a:rPr>
              <a:t>    </a:t>
            </a:r>
            <a:r>
              <a:rPr lang="en-US" altLang="ko-KR" sz="2400" b="1" dirty="0">
                <a:latin typeface="+mj-ea"/>
                <a:ea typeface="+mj-ea"/>
              </a:rPr>
              <a:t>console.log(</a:t>
            </a:r>
            <a:r>
              <a:rPr lang="en-US" altLang="ko-KR" sz="2400" b="1" dirty="0">
                <a:latin typeface="+mj-ea"/>
              </a:rPr>
              <a:t>'</a:t>
            </a:r>
            <a:r>
              <a:rPr lang="en-US" altLang="ko-KR" sz="2400" b="1" dirty="0">
                <a:latin typeface="+mj-ea"/>
                <a:ea typeface="+mj-ea"/>
              </a:rPr>
              <a:t>count</a:t>
            </a:r>
            <a:r>
              <a:rPr lang="ko-KR" altLang="en-US" sz="2400" b="1" dirty="0">
                <a:latin typeface="+mj-ea"/>
                <a:ea typeface="+mj-ea"/>
              </a:rPr>
              <a:t>가 </a:t>
            </a:r>
            <a:r>
              <a:rPr lang="en-US" altLang="ko-KR" sz="2400" b="1" dirty="0">
                <a:latin typeface="+mj-ea"/>
                <a:ea typeface="+mj-ea"/>
              </a:rPr>
              <a:t>${count}</a:t>
            </a:r>
            <a:r>
              <a:rPr lang="ko-KR" altLang="en-US" sz="2400" b="1" dirty="0">
                <a:latin typeface="+mj-ea"/>
                <a:ea typeface="+mj-ea"/>
              </a:rPr>
              <a:t>로 변경되었습니다</a:t>
            </a:r>
            <a:r>
              <a:rPr lang="en-US" altLang="ko-KR" sz="2400" b="1" dirty="0">
                <a:latin typeface="+mj-ea"/>
                <a:ea typeface="+mj-ea"/>
              </a:rPr>
              <a:t>.</a:t>
            </a:r>
            <a:r>
              <a:rPr lang="en-US" altLang="ko-KR" sz="2400" b="1" dirty="0">
                <a:latin typeface="+mj-ea"/>
              </a:rPr>
              <a:t>'</a:t>
            </a:r>
            <a:r>
              <a:rPr lang="en-US" altLang="ko-KR" sz="2400" b="1" dirty="0">
                <a:latin typeface="+mj-ea"/>
                <a:ea typeface="+mj-ea"/>
              </a:rPr>
              <a:t>)</a:t>
            </a:r>
          </a:p>
          <a:p>
            <a:r>
              <a:rPr lang="en-US" altLang="ko-KR" sz="3200" b="1" dirty="0">
                <a:latin typeface="+mj-ea"/>
                <a:ea typeface="+mj-ea"/>
              </a:rPr>
              <a:t>},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  <a:ea typeface="+mj-ea"/>
              </a:rPr>
              <a:t>[count] </a:t>
            </a:r>
            <a:r>
              <a:rPr lang="en-US" altLang="ko-KR" sz="3200" b="1" dirty="0">
                <a:latin typeface="+mj-ea"/>
                <a:ea typeface="+mj-ea"/>
              </a:rPr>
              <a:t>); </a:t>
            </a:r>
            <a:r>
              <a:rPr lang="en-US" altLang="ko-KR" sz="2400" b="1" dirty="0">
                <a:solidFill>
                  <a:srgbClr val="FFFF00"/>
                </a:solidFill>
                <a:latin typeface="+mj-ea"/>
                <a:ea typeface="+mj-ea"/>
              </a:rPr>
              <a:t>//count</a:t>
            </a:r>
            <a:r>
              <a:rPr lang="ko-KR" altLang="en-US" sz="2400" b="1" dirty="0">
                <a:solidFill>
                  <a:srgbClr val="FFFF00"/>
                </a:solidFill>
                <a:latin typeface="+mj-ea"/>
                <a:ea typeface="+mj-ea"/>
              </a:rPr>
              <a:t>가 변경될 때마다 실행</a:t>
            </a:r>
            <a:endParaRPr lang="en-US" altLang="ko-KR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93768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FA30F-5645-89E5-734D-D44E2617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F5CBCF-972E-1670-8E45-6B728FE2641E}"/>
              </a:ext>
            </a:extLst>
          </p:cNvPr>
          <p:cNvSpPr txBox="1"/>
          <p:nvPr/>
        </p:nvSpPr>
        <p:spPr>
          <a:xfrm>
            <a:off x="639884" y="2014003"/>
            <a:ext cx="109122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200" b="1" dirty="0">
                <a:solidFill>
                  <a:schemeClr val="tx2"/>
                </a:solidFill>
                <a:latin typeface="+mj-ea"/>
                <a:ea typeface="+mj-ea"/>
              </a:rPr>
              <a:t>1. </a:t>
            </a:r>
            <a:r>
              <a:rPr lang="ko-KR" altLang="en-US" sz="3200" b="1" dirty="0">
                <a:solidFill>
                  <a:schemeClr val="tx2"/>
                </a:solidFill>
                <a:latin typeface="+mj-ea"/>
                <a:ea typeface="+mj-ea"/>
              </a:rPr>
              <a:t>테스트 및 프로토타입을 위해 활용할 수 있는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  <a:ea typeface="+mj-ea"/>
              </a:rPr>
              <a:t>REST API</a:t>
            </a: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8B5808CA-B73F-4404-D1A2-054F5C931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9AC89F-7606-34C7-DB87-E5B9FB4D885D}"/>
              </a:ext>
            </a:extLst>
          </p:cNvPr>
          <p:cNvSpPr txBox="1"/>
          <p:nvPr/>
        </p:nvSpPr>
        <p:spPr>
          <a:xfrm>
            <a:off x="1653569" y="375293"/>
            <a:ext cx="56425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 latinLnBrk="1"/>
            <a:r>
              <a:rPr lang="en-US" altLang="ko-KR" sz="4400" b="1" dirty="0" err="1">
                <a:latin typeface="+mj-ea"/>
                <a:ea typeface="+mj-ea"/>
              </a:rPr>
              <a:t>JSONPlaceHolder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298D3-F700-FDE5-24AF-C0DF0B87CFEA}"/>
              </a:ext>
            </a:extLst>
          </p:cNvPr>
          <p:cNvSpPr txBox="1"/>
          <p:nvPr/>
        </p:nvSpPr>
        <p:spPr>
          <a:xfrm>
            <a:off x="639884" y="3147008"/>
            <a:ext cx="109122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200" b="1" dirty="0">
                <a:solidFill>
                  <a:schemeClr val="tx2"/>
                </a:solidFill>
                <a:latin typeface="+mj-ea"/>
                <a:ea typeface="+mj-ea"/>
              </a:rPr>
              <a:t>2. </a:t>
            </a:r>
            <a:r>
              <a:rPr lang="ko-KR" altLang="en-US" sz="3200" b="1" dirty="0" err="1">
                <a:solidFill>
                  <a:srgbClr val="FFFF00"/>
                </a:solidFill>
                <a:latin typeface="+mj-ea"/>
                <a:ea typeface="+mj-ea"/>
              </a:rPr>
              <a:t>백엔드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  <a:ea typeface="+mj-ea"/>
              </a:rPr>
              <a:t> 서버</a:t>
            </a:r>
            <a:r>
              <a:rPr lang="ko-KR" altLang="en-US" sz="3200" b="1" dirty="0">
                <a:solidFill>
                  <a:schemeClr val="tx2"/>
                </a:solidFill>
                <a:latin typeface="+mj-ea"/>
                <a:ea typeface="+mj-ea"/>
              </a:rPr>
              <a:t>를 구축할 필요 없이 간단하게 사용 가능</a:t>
            </a:r>
            <a:endParaRPr lang="en-US" altLang="ko-KR" sz="32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F929D-CFDF-A230-C439-35BA3EBA4329}"/>
              </a:ext>
            </a:extLst>
          </p:cNvPr>
          <p:cNvSpPr txBox="1"/>
          <p:nvPr/>
        </p:nvSpPr>
        <p:spPr>
          <a:xfrm>
            <a:off x="639884" y="4280013"/>
            <a:ext cx="109122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200" b="1" dirty="0">
                <a:solidFill>
                  <a:schemeClr val="tx2"/>
                </a:solidFill>
                <a:latin typeface="+mj-ea"/>
                <a:ea typeface="+mj-ea"/>
              </a:rPr>
              <a:t>3.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  <a:ea typeface="+mj-ea"/>
              </a:rPr>
              <a:t>사이트 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  <a:ea typeface="+mj-ea"/>
              </a:rPr>
              <a:t>URL : </a:t>
            </a:r>
            <a:r>
              <a:rPr lang="en-US" altLang="ko-KR" sz="3200" b="1" dirty="0"/>
              <a:t>https://jsonplaceholder.typicode.com/</a:t>
            </a:r>
          </a:p>
        </p:txBody>
      </p:sp>
    </p:spTree>
    <p:extLst>
      <p:ext uri="{BB962C8B-B14F-4D97-AF65-F5344CB8AC3E}">
        <p14:creationId xmlns:p14="http://schemas.microsoft.com/office/powerpoint/2010/main" val="286424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9136C-2EB8-E3F8-4AA3-E21F35209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7A58A53F-841F-E2EB-D69D-3FBBD85E1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5BFC45-B22F-F0B6-E5DA-D5F93BD80187}"/>
              </a:ext>
            </a:extLst>
          </p:cNvPr>
          <p:cNvSpPr txBox="1"/>
          <p:nvPr/>
        </p:nvSpPr>
        <p:spPr>
          <a:xfrm>
            <a:off x="1653569" y="375293"/>
            <a:ext cx="77857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 latinLnBrk="1"/>
            <a:r>
              <a:rPr lang="en-US" altLang="ko-KR" sz="4400" b="1" dirty="0" err="1">
                <a:latin typeface="+mj-ea"/>
                <a:ea typeface="+mj-ea"/>
              </a:rPr>
              <a:t>JSONPlaceholder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  <a:r>
              <a:rPr lang="ko-KR" altLang="en-US" sz="4400" b="1" dirty="0">
                <a:latin typeface="+mj-ea"/>
                <a:ea typeface="+mj-ea"/>
              </a:rPr>
              <a:t>호출 예제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93A091-302A-45BE-EC7C-B426DFA24676}"/>
              </a:ext>
            </a:extLst>
          </p:cNvPr>
          <p:cNvSpPr txBox="1"/>
          <p:nvPr/>
        </p:nvSpPr>
        <p:spPr>
          <a:xfrm>
            <a:off x="1038632" y="1464807"/>
            <a:ext cx="10114736" cy="1656177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80000" bIns="180000" rtlCol="0">
            <a:spAutoFit/>
          </a:bodyPr>
          <a:lstStyle/>
          <a:p>
            <a:r>
              <a:rPr lang="en-US" altLang="ko-KR" sz="2800" b="1" dirty="0">
                <a:latin typeface="+mj-ea"/>
                <a:ea typeface="+mj-ea"/>
              </a:rPr>
              <a:t>fetch('https://jsonplaceholder.typicode.com/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todos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/1</a:t>
            </a:r>
            <a:r>
              <a:rPr lang="en-US" altLang="ko-KR" sz="2800" b="1" dirty="0">
                <a:latin typeface="+mj-ea"/>
                <a:ea typeface="+mj-ea"/>
              </a:rPr>
              <a:t>')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  .then(response =&gt; </a:t>
            </a:r>
            <a:r>
              <a:rPr lang="en-US" altLang="ko-KR" sz="2800" b="1" dirty="0" err="1">
                <a:latin typeface="+mj-ea"/>
                <a:ea typeface="+mj-ea"/>
              </a:rPr>
              <a:t>response.json</a:t>
            </a:r>
            <a:r>
              <a:rPr lang="en-US" altLang="ko-KR" sz="2800" b="1" dirty="0">
                <a:latin typeface="+mj-ea"/>
                <a:ea typeface="+mj-ea"/>
              </a:rPr>
              <a:t>())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  .then(</a:t>
            </a:r>
            <a:r>
              <a:rPr lang="en-US" altLang="ko-KR" sz="2800" b="1" dirty="0" err="1">
                <a:latin typeface="+mj-ea"/>
                <a:ea typeface="+mj-ea"/>
              </a:rPr>
              <a:t>json</a:t>
            </a:r>
            <a:r>
              <a:rPr lang="en-US" altLang="ko-KR" sz="2800" b="1" dirty="0">
                <a:latin typeface="+mj-ea"/>
                <a:ea typeface="+mj-ea"/>
              </a:rPr>
              <a:t> =&gt; console.log(</a:t>
            </a:r>
            <a:r>
              <a:rPr lang="en-US" altLang="ko-KR" sz="2800" b="1" dirty="0" err="1">
                <a:latin typeface="+mj-ea"/>
                <a:ea typeface="+mj-ea"/>
              </a:rPr>
              <a:t>json</a:t>
            </a:r>
            <a:r>
              <a:rPr lang="en-US" altLang="ko-KR" sz="2800" b="1" dirty="0">
                <a:latin typeface="+mj-ea"/>
                <a:ea typeface="+mj-ea"/>
              </a:rPr>
              <a:t>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516B7-FF86-3D47-9729-D35DD6118526}"/>
              </a:ext>
            </a:extLst>
          </p:cNvPr>
          <p:cNvSpPr txBox="1"/>
          <p:nvPr/>
        </p:nvSpPr>
        <p:spPr>
          <a:xfrm>
            <a:off x="1028973" y="3268014"/>
            <a:ext cx="10134053" cy="2948839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80000" bIns="180000" rtlCol="0">
            <a:spAutoFit/>
          </a:bodyPr>
          <a:lstStyle/>
          <a:p>
            <a:r>
              <a:rPr lang="en-US" altLang="ko-KR" sz="2800" b="1" dirty="0">
                <a:latin typeface="+mj-ea"/>
                <a:ea typeface="+mj-ea"/>
              </a:rPr>
              <a:t>{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"</a:t>
            </a:r>
            <a:r>
              <a:rPr lang="en-US" altLang="ko-KR" sz="2800" b="1" dirty="0" err="1">
                <a:latin typeface="+mj-ea"/>
                <a:ea typeface="+mj-ea"/>
              </a:rPr>
              <a:t>userId</a:t>
            </a:r>
            <a:r>
              <a:rPr lang="en-US" altLang="ko-KR" sz="2800" b="1" dirty="0">
                <a:latin typeface="+mj-ea"/>
                <a:ea typeface="+mj-ea"/>
              </a:rPr>
              <a:t>": 1,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"id": 1,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"title": "delectus </a:t>
            </a:r>
            <a:r>
              <a:rPr lang="en-US" altLang="ko-KR" sz="2800" b="1" dirty="0" err="1">
                <a:latin typeface="+mj-ea"/>
                <a:ea typeface="+mj-ea"/>
              </a:rPr>
              <a:t>aut</a:t>
            </a:r>
            <a:r>
              <a:rPr lang="en-US" altLang="ko-KR" sz="2800" b="1" dirty="0">
                <a:latin typeface="+mj-ea"/>
                <a:ea typeface="+mj-ea"/>
              </a:rPr>
              <a:t> autem",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"completed": false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74304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2169</TotalTime>
  <Words>281</Words>
  <Application>Microsoft Office PowerPoint</Application>
  <PresentationFormat>와이드스크린</PresentationFormat>
  <Paragraphs>51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40</cp:revision>
  <dcterms:created xsi:type="dcterms:W3CDTF">2025-10-29T02:21:35Z</dcterms:created>
  <dcterms:modified xsi:type="dcterms:W3CDTF">2026-02-04T05:44:40Z</dcterms:modified>
</cp:coreProperties>
</file>