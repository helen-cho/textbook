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70" r:id="rId2"/>
    <p:sldId id="273" r:id="rId3"/>
    <p:sldId id="271" r:id="rId4"/>
    <p:sldId id="266" r:id="rId5"/>
    <p:sldId id="274" r:id="rId6"/>
    <p:sldId id="27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06" autoAdjust="0"/>
    <p:restoredTop sz="94552" autoAdjust="0"/>
  </p:normalViewPr>
  <p:slideViewPr>
    <p:cSldViewPr snapToGrid="0">
      <p:cViewPr varScale="1">
        <p:scale>
          <a:sx n="74" d="100"/>
          <a:sy n="74" d="100"/>
        </p:scale>
        <p:origin x="606" y="45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D20DE-EA52-436A-AD24-6E2A76FCFA4E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1F003-16CA-49B6-9EC2-9AC8D21DD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88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EC6F9-4393-1627-42B3-5B2FC2824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C648E5-FD62-AACD-D64C-29429CE4E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7EB1DB-3520-B1D7-3AC3-8E0B60A3D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AB3420-73CC-48B6-3700-59CB47F96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218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6085-9439-BB2F-65C9-E9005C79D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84FE8D-FD8F-53BD-AFBC-9D1C54559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50774D-8049-E79B-3228-2A616E393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B1E5FD-F32E-6A49-2C3F-658BF764E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65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74338-6CF7-4B1A-FCFE-48FBD1FDD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50C228-1414-11C9-7C64-1B9B728B4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94688B-D3B4-DE22-AB92-49EF0E707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29DE86-D777-ED63-517C-898A862C30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147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DC317-8C47-0275-6856-4290B769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8B0B77-AC29-CB7A-141D-D988D81E35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B84A68-19C8-853C-B7B7-14874012A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172A8A-F5B9-DC8D-E417-2E3591B02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780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BB35C-3897-6A4A-88BC-939FF2781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A95F0F-0FDA-D89D-1D68-B806A77F6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08E55D-1143-4998-AF49-D6DA2DF52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5A00EF-2ED6-C12C-113F-413B8EA08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346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BFF3F-8F9B-307D-934F-B1C90394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F9B0A3D-F2E7-054F-C0AB-8914D1DC1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97224D-1B97-E5C2-C499-DA9AF3CB1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E4281C-B7F4-F958-901F-DA52C0437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81F003-16CA-49B6-9EC2-9AC8D21DD2F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58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569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89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70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13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70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7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459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32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64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39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565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3B46-75CF-42C4-83E0-7D25199BF86C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CCD69-9CBB-4690-A735-AEE6B94861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615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B8060-E013-760F-0F65-273B4125E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B13E791D-F90F-213C-B2EF-E47D7A87B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29D4E2-1848-5E03-BCAC-AE39AC51D63F}"/>
              </a:ext>
            </a:extLst>
          </p:cNvPr>
          <p:cNvSpPr txBox="1"/>
          <p:nvPr/>
        </p:nvSpPr>
        <p:spPr>
          <a:xfrm>
            <a:off x="1653569" y="375293"/>
            <a:ext cx="56425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j-ea"/>
                <a:ea typeface="+mj-ea"/>
              </a:rPr>
              <a:t>Context</a:t>
            </a:r>
            <a:r>
              <a:rPr lang="ko-KR" altLang="en-US" sz="4400" b="1" dirty="0">
                <a:latin typeface="+mj-ea"/>
                <a:ea typeface="+mj-ea"/>
              </a:rPr>
              <a:t>란</a:t>
            </a:r>
            <a:r>
              <a:rPr lang="en-US" altLang="ko-KR" sz="4400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BA08C6-4821-550C-C955-2AD915609D7E}"/>
              </a:ext>
            </a:extLst>
          </p:cNvPr>
          <p:cNvSpPr txBox="1"/>
          <p:nvPr/>
        </p:nvSpPr>
        <p:spPr>
          <a:xfrm>
            <a:off x="997721" y="1757143"/>
            <a:ext cx="1001821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1. </a:t>
            </a:r>
            <a:r>
              <a:rPr lang="ko-KR" altLang="en-US" sz="3200" b="1" dirty="0">
                <a:latin typeface="+mj-ea"/>
                <a:ea typeface="+mj-ea"/>
              </a:rPr>
              <a:t>컴포넌트 트리 안에서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  <a:ea typeface="+mj-ea"/>
              </a:rPr>
              <a:t>전역적으로 사용할 데이터</a:t>
            </a:r>
            <a:r>
              <a:rPr lang="ko-KR" altLang="en-US" sz="3200" b="1" dirty="0">
                <a:latin typeface="+mj-ea"/>
                <a:ea typeface="+mj-ea"/>
              </a:rPr>
              <a:t>를 </a:t>
            </a:r>
            <a:r>
              <a:rPr lang="en-US" altLang="ko-KR" sz="3200" b="1" dirty="0">
                <a:latin typeface="+mj-ea"/>
                <a:ea typeface="+mj-ea"/>
              </a:rPr>
              <a:t>props</a:t>
            </a:r>
            <a:r>
              <a:rPr lang="ko-KR" altLang="en-US" sz="3200" b="1" dirty="0">
                <a:latin typeface="+mj-ea"/>
                <a:ea typeface="+mj-ea"/>
              </a:rPr>
              <a:t>로 전달하지 않고도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  <a:ea typeface="+mj-ea"/>
              </a:rPr>
              <a:t>공유할 수 있게 해주는 기능</a:t>
            </a:r>
            <a:endParaRPr lang="en-US" altLang="ko-KR" sz="3200" b="1" dirty="0">
              <a:solidFill>
                <a:srgbClr val="FFFF00"/>
              </a:solidFill>
              <a:latin typeface="+mj-ea"/>
              <a:ea typeface="+mj-ea"/>
            </a:endParaRPr>
          </a:p>
          <a:p>
            <a:endParaRPr lang="en-US" altLang="ko-KR" sz="3200" b="1" dirty="0">
              <a:solidFill>
                <a:srgbClr val="FFFF00"/>
              </a:solidFill>
              <a:latin typeface="+mj-ea"/>
              <a:ea typeface="+mj-ea"/>
            </a:endParaRPr>
          </a:p>
          <a:p>
            <a:r>
              <a:rPr lang="en-US" altLang="ko-KR" sz="3200" b="1" dirty="0">
                <a:latin typeface="+mj-ea"/>
              </a:rPr>
              <a:t>2. </a:t>
            </a:r>
            <a:r>
              <a:rPr lang="ko-KR" altLang="en-US" sz="3200" b="1" dirty="0">
                <a:latin typeface="+mj-ea"/>
              </a:rPr>
              <a:t>데이터가 필요 없는 중간 컴포넌트들에게 </a:t>
            </a:r>
            <a:r>
              <a:rPr lang="en-US" altLang="ko-KR" sz="3200" b="1" dirty="0">
                <a:latin typeface="+mj-ea"/>
              </a:rPr>
              <a:t>props</a:t>
            </a:r>
            <a:r>
              <a:rPr lang="ko-KR" altLang="en-US" sz="3200" b="1" dirty="0">
                <a:latin typeface="+mj-ea"/>
              </a:rPr>
              <a:t>를 전달하지 않아도 되므로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깔끔한 코드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,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관리 용이</a:t>
            </a:r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endParaRPr lang="en-US" altLang="ko-KR" sz="3200" b="1" dirty="0">
              <a:solidFill>
                <a:srgbClr val="FFFF00"/>
              </a:solidFill>
              <a:latin typeface="+mj-ea"/>
            </a:endParaRPr>
          </a:p>
          <a:p>
            <a:r>
              <a:rPr lang="en-US" altLang="ko-KR" sz="3200" b="1" dirty="0">
                <a:latin typeface="+mj-ea"/>
              </a:rPr>
              <a:t>3. Context</a:t>
            </a:r>
            <a:r>
              <a:rPr lang="ko-KR" altLang="en-US" sz="3200" b="1" dirty="0">
                <a:latin typeface="+mj-ea"/>
              </a:rPr>
              <a:t>는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테마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,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로그인 상태</a:t>
            </a:r>
            <a:r>
              <a:rPr lang="en-US" altLang="ko-KR" sz="3200" b="1" dirty="0">
                <a:solidFill>
                  <a:srgbClr val="FFFF00"/>
                </a:solidFill>
                <a:latin typeface="+mj-ea"/>
              </a:rPr>
              <a:t>, </a:t>
            </a:r>
            <a:r>
              <a:rPr lang="ko-KR" altLang="en-US" sz="3200" b="1" dirty="0">
                <a:solidFill>
                  <a:srgbClr val="FFFF00"/>
                </a:solidFill>
                <a:latin typeface="+mj-ea"/>
              </a:rPr>
              <a:t>사용자 정보</a:t>
            </a:r>
            <a:r>
              <a:rPr lang="ko-KR" altLang="en-US" sz="3200" b="1" dirty="0">
                <a:latin typeface="+mj-ea"/>
              </a:rPr>
              <a:t>에 사용</a:t>
            </a:r>
            <a:endParaRPr lang="en-US" altLang="ko-KR" sz="3200" b="1" dirty="0">
              <a:solidFill>
                <a:srgbClr val="FFFF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8462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9926-2E3E-8DC3-385A-277D19D9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405839A2-0BD6-DEC6-9DB9-8B02FEA32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F425986-99EA-4BC0-7F13-64BF6324C412}"/>
              </a:ext>
            </a:extLst>
          </p:cNvPr>
          <p:cNvSpPr txBox="1"/>
          <p:nvPr/>
        </p:nvSpPr>
        <p:spPr>
          <a:xfrm>
            <a:off x="1653569" y="375293"/>
            <a:ext cx="56425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j-ea"/>
                <a:ea typeface="+mj-ea"/>
              </a:rPr>
              <a:t>Props</a:t>
            </a:r>
            <a:r>
              <a:rPr lang="ko-KR" altLang="en-US" sz="4400" b="1" dirty="0">
                <a:latin typeface="+mj-ea"/>
                <a:ea typeface="+mj-ea"/>
              </a:rPr>
              <a:t>로 </a:t>
            </a:r>
            <a:r>
              <a:rPr lang="en-US" altLang="ko-KR" sz="4400" b="1" dirty="0">
                <a:latin typeface="+mj-ea"/>
                <a:ea typeface="+mj-ea"/>
              </a:rPr>
              <a:t>Data </a:t>
            </a:r>
            <a:r>
              <a:rPr lang="ko-KR" altLang="en-US" sz="4400" b="1" dirty="0">
                <a:latin typeface="+mj-ea"/>
                <a:ea typeface="+mj-ea"/>
              </a:rPr>
              <a:t>사용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8A09E-DAD1-CA31-DD33-28B82EB840F7}"/>
              </a:ext>
            </a:extLst>
          </p:cNvPr>
          <p:cNvSpPr txBox="1"/>
          <p:nvPr/>
        </p:nvSpPr>
        <p:spPr>
          <a:xfrm>
            <a:off x="5117431" y="1553017"/>
            <a:ext cx="1957137" cy="58477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App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DF672D-1127-C7BE-A5C7-3F11CCB2811A}"/>
              </a:ext>
            </a:extLst>
          </p:cNvPr>
          <p:cNvSpPr txBox="1"/>
          <p:nvPr/>
        </p:nvSpPr>
        <p:spPr>
          <a:xfrm>
            <a:off x="2519595" y="2802700"/>
            <a:ext cx="1957137" cy="584775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016587-D613-53E9-3FF1-157D6314B366}"/>
              </a:ext>
            </a:extLst>
          </p:cNvPr>
          <p:cNvSpPr txBox="1"/>
          <p:nvPr/>
        </p:nvSpPr>
        <p:spPr>
          <a:xfrm>
            <a:off x="7956427" y="2821457"/>
            <a:ext cx="1957137" cy="584775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FF4D92B-61A8-7915-F061-ADF36F728773}"/>
              </a:ext>
            </a:extLst>
          </p:cNvPr>
          <p:cNvSpPr txBox="1"/>
          <p:nvPr/>
        </p:nvSpPr>
        <p:spPr>
          <a:xfrm>
            <a:off x="7984563" y="3904670"/>
            <a:ext cx="1957137" cy="584775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5BCCAE-42DC-F32C-EF18-0599624FC7E3}"/>
              </a:ext>
            </a:extLst>
          </p:cNvPr>
          <p:cNvSpPr txBox="1"/>
          <p:nvPr/>
        </p:nvSpPr>
        <p:spPr>
          <a:xfrm>
            <a:off x="2503182" y="3939839"/>
            <a:ext cx="1957137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827EAF-E643-04F3-D59A-8CFABD7620FF}"/>
              </a:ext>
            </a:extLst>
          </p:cNvPr>
          <p:cNvSpPr txBox="1"/>
          <p:nvPr/>
        </p:nvSpPr>
        <p:spPr>
          <a:xfrm>
            <a:off x="7984563" y="4931611"/>
            <a:ext cx="1957137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E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3D0E865-8B8E-DFD8-C3D6-232218303EC9}"/>
              </a:ext>
            </a:extLst>
          </p:cNvPr>
          <p:cNvCxnSpPr>
            <a:cxnSpLocks/>
          </p:cNvCxnSpPr>
          <p:nvPr/>
        </p:nvCxnSpPr>
        <p:spPr>
          <a:xfrm>
            <a:off x="3340489" y="2440745"/>
            <a:ext cx="559894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8C96918-CB50-372F-1700-DAC33C65A343}"/>
              </a:ext>
            </a:extLst>
          </p:cNvPr>
          <p:cNvCxnSpPr/>
          <p:nvPr/>
        </p:nvCxnSpPr>
        <p:spPr>
          <a:xfrm>
            <a:off x="3341076" y="2447778"/>
            <a:ext cx="0" cy="34465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1BB01DB-3754-8D82-77A8-A2CE297FBA95}"/>
              </a:ext>
            </a:extLst>
          </p:cNvPr>
          <p:cNvCxnSpPr/>
          <p:nvPr/>
        </p:nvCxnSpPr>
        <p:spPr>
          <a:xfrm>
            <a:off x="8938291" y="2444877"/>
            <a:ext cx="0" cy="34465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5EF478D4-CDCA-155E-9594-D2C4E29ABA1A}"/>
              </a:ext>
            </a:extLst>
          </p:cNvPr>
          <p:cNvCxnSpPr/>
          <p:nvPr/>
        </p:nvCxnSpPr>
        <p:spPr>
          <a:xfrm>
            <a:off x="3375366" y="3429000"/>
            <a:ext cx="0" cy="34465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A7780B3-71D7-60D6-7C6B-3C2380FFBA82}"/>
              </a:ext>
            </a:extLst>
          </p:cNvPr>
          <p:cNvCxnSpPr/>
          <p:nvPr/>
        </p:nvCxnSpPr>
        <p:spPr>
          <a:xfrm>
            <a:off x="8960788" y="3429000"/>
            <a:ext cx="0" cy="34465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C7DE1A2F-60EA-A155-33E5-430A48CD6A0E}"/>
              </a:ext>
            </a:extLst>
          </p:cNvPr>
          <p:cNvCxnSpPr/>
          <p:nvPr/>
        </p:nvCxnSpPr>
        <p:spPr>
          <a:xfrm>
            <a:off x="8976028" y="4524228"/>
            <a:ext cx="0" cy="34465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24F14F2-5A63-CB33-52A4-F6471A0CD7C0}"/>
              </a:ext>
            </a:extLst>
          </p:cNvPr>
          <p:cNvCxnSpPr>
            <a:stCxn id="3" idx="2"/>
          </p:cNvCxnSpPr>
          <p:nvPr/>
        </p:nvCxnSpPr>
        <p:spPr>
          <a:xfrm>
            <a:off x="6096000" y="2137792"/>
            <a:ext cx="0" cy="30786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F925E0C-4531-63B9-CE4F-7E32FAE478FC}"/>
              </a:ext>
            </a:extLst>
          </p:cNvPr>
          <p:cNvSpPr txBox="1"/>
          <p:nvPr/>
        </p:nvSpPr>
        <p:spPr>
          <a:xfrm>
            <a:off x="7118252" y="1667022"/>
            <a:ext cx="78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FF00"/>
                </a:solidFill>
                <a:latin typeface="+mn-ea"/>
              </a:rPr>
              <a:t>Data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D0BC54-A317-ED0C-FE35-56F6F20A04D9}"/>
              </a:ext>
            </a:extLst>
          </p:cNvPr>
          <p:cNvSpPr txBox="1"/>
          <p:nvPr/>
        </p:nvSpPr>
        <p:spPr>
          <a:xfrm>
            <a:off x="3085511" y="4569656"/>
            <a:ext cx="78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FF00"/>
                </a:solidFill>
                <a:latin typeface="+mn-ea"/>
              </a:rPr>
              <a:t>Data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F7BE264-CC12-DF69-88F6-7ADEF820FE72}"/>
              </a:ext>
            </a:extLst>
          </p:cNvPr>
          <p:cNvSpPr txBox="1"/>
          <p:nvPr/>
        </p:nvSpPr>
        <p:spPr>
          <a:xfrm>
            <a:off x="8635220" y="5540327"/>
            <a:ext cx="787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FF00"/>
                </a:solidFill>
                <a:latin typeface="+mn-ea"/>
              </a:rPr>
              <a:t>Data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0E5BF7-BA7E-3D4B-60B3-8F01BDF359EA}"/>
              </a:ext>
            </a:extLst>
          </p:cNvPr>
          <p:cNvSpPr txBox="1"/>
          <p:nvPr/>
        </p:nvSpPr>
        <p:spPr>
          <a:xfrm>
            <a:off x="2328201" y="2318825"/>
            <a:ext cx="1010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solidFill>
                  <a:srgbClr val="FFFF00"/>
                </a:solidFill>
                <a:latin typeface="+mn-ea"/>
              </a:rPr>
              <a:t>props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7F17C08-50D9-822F-096D-3F1D5EB98618}"/>
              </a:ext>
            </a:extLst>
          </p:cNvPr>
          <p:cNvSpPr txBox="1"/>
          <p:nvPr/>
        </p:nvSpPr>
        <p:spPr>
          <a:xfrm>
            <a:off x="2346958" y="3429000"/>
            <a:ext cx="1010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>
                <a:solidFill>
                  <a:srgbClr val="FFFF00"/>
                </a:solidFill>
                <a:latin typeface="+mn-ea"/>
              </a:rPr>
              <a:t>props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3635E0-4629-68A6-6EA4-2AE6A1BA3939}"/>
              </a:ext>
            </a:extLst>
          </p:cNvPr>
          <p:cNvSpPr txBox="1"/>
          <p:nvPr/>
        </p:nvSpPr>
        <p:spPr>
          <a:xfrm>
            <a:off x="8972847" y="2351649"/>
            <a:ext cx="1010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FF00"/>
                </a:solidFill>
                <a:latin typeface="+mn-ea"/>
              </a:rPr>
              <a:t>props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D43FED-E944-4F5A-E9B1-3DF4E43DCC69}"/>
              </a:ext>
            </a:extLst>
          </p:cNvPr>
          <p:cNvSpPr txBox="1"/>
          <p:nvPr/>
        </p:nvSpPr>
        <p:spPr>
          <a:xfrm>
            <a:off x="8972847" y="3429000"/>
            <a:ext cx="1010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FF00"/>
                </a:solidFill>
                <a:latin typeface="+mn-ea"/>
              </a:rPr>
              <a:t>props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4694FD-919C-6D95-2EEC-238B2A6CF206}"/>
              </a:ext>
            </a:extLst>
          </p:cNvPr>
          <p:cNvSpPr txBox="1"/>
          <p:nvPr/>
        </p:nvSpPr>
        <p:spPr>
          <a:xfrm>
            <a:off x="8972847" y="4433668"/>
            <a:ext cx="1010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FF00"/>
                </a:solidFill>
                <a:latin typeface="+mn-ea"/>
              </a:rPr>
              <a:t>props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170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65BD6-B075-D779-515A-23D79FC0C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C58D50B5-E3CF-8115-2474-BFFD7C4E3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B5417FD-B5E4-C3D4-3B69-4453423F79A1}"/>
              </a:ext>
            </a:extLst>
          </p:cNvPr>
          <p:cNvSpPr txBox="1"/>
          <p:nvPr/>
        </p:nvSpPr>
        <p:spPr>
          <a:xfrm>
            <a:off x="1653569" y="375293"/>
            <a:ext cx="56425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+mj-ea"/>
                <a:ea typeface="+mj-ea"/>
              </a:rPr>
              <a:t>Context</a:t>
            </a:r>
            <a:r>
              <a:rPr lang="ko-KR" altLang="en-US" sz="4400" b="1" dirty="0">
                <a:latin typeface="+mj-ea"/>
                <a:ea typeface="+mj-ea"/>
              </a:rPr>
              <a:t>로 </a:t>
            </a:r>
            <a:r>
              <a:rPr lang="en-US" altLang="ko-KR" sz="4400" b="1" dirty="0">
                <a:latin typeface="+mj-ea"/>
                <a:ea typeface="+mj-ea"/>
              </a:rPr>
              <a:t>Data </a:t>
            </a:r>
            <a:r>
              <a:rPr lang="ko-KR" altLang="en-US" sz="4400" b="1" dirty="0">
                <a:latin typeface="+mj-ea"/>
                <a:ea typeface="+mj-ea"/>
              </a:rPr>
              <a:t>사용</a:t>
            </a:r>
            <a:endParaRPr lang="en-US" altLang="ko-KR" sz="4400" b="1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C39CE4-ED30-25EC-136F-6802E7798AA1}"/>
              </a:ext>
            </a:extLst>
          </p:cNvPr>
          <p:cNvSpPr txBox="1"/>
          <p:nvPr/>
        </p:nvSpPr>
        <p:spPr>
          <a:xfrm>
            <a:off x="5117431" y="1553017"/>
            <a:ext cx="1957137" cy="58477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App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222C75-DF41-3430-CECF-50AC7E92175B}"/>
              </a:ext>
            </a:extLst>
          </p:cNvPr>
          <p:cNvSpPr txBox="1"/>
          <p:nvPr/>
        </p:nvSpPr>
        <p:spPr>
          <a:xfrm>
            <a:off x="2470355" y="2802700"/>
            <a:ext cx="1957137" cy="584775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37FD34-8C82-DBBC-6C62-995820D5AFBB}"/>
              </a:ext>
            </a:extLst>
          </p:cNvPr>
          <p:cNvSpPr txBox="1"/>
          <p:nvPr/>
        </p:nvSpPr>
        <p:spPr>
          <a:xfrm>
            <a:off x="7703206" y="2821457"/>
            <a:ext cx="1957137" cy="584775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D1FFAC-6538-4384-B1DC-26BD3BC375AF}"/>
              </a:ext>
            </a:extLst>
          </p:cNvPr>
          <p:cNvSpPr txBox="1"/>
          <p:nvPr/>
        </p:nvSpPr>
        <p:spPr>
          <a:xfrm>
            <a:off x="7731342" y="3904670"/>
            <a:ext cx="1957137" cy="584775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DC82C0-F507-C568-2422-5A9DA643ACBB}"/>
              </a:ext>
            </a:extLst>
          </p:cNvPr>
          <p:cNvSpPr txBox="1"/>
          <p:nvPr/>
        </p:nvSpPr>
        <p:spPr>
          <a:xfrm>
            <a:off x="2453942" y="3939839"/>
            <a:ext cx="1957137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C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C240EE-F372-8094-CE64-8B8F661DAD29}"/>
              </a:ext>
            </a:extLst>
          </p:cNvPr>
          <p:cNvSpPr txBox="1"/>
          <p:nvPr/>
        </p:nvSpPr>
        <p:spPr>
          <a:xfrm>
            <a:off x="7731342" y="4931611"/>
            <a:ext cx="1957137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5875"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ko-KR" sz="3200" b="1" dirty="0">
                <a:latin typeface="+mj-ea"/>
                <a:ea typeface="+mj-ea"/>
              </a:rPr>
              <a:t>E</a:t>
            </a: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9869EF99-1B15-B30A-7E78-A9958E331E8A}"/>
              </a:ext>
            </a:extLst>
          </p:cNvPr>
          <p:cNvCxnSpPr>
            <a:cxnSpLocks/>
          </p:cNvCxnSpPr>
          <p:nvPr/>
        </p:nvCxnSpPr>
        <p:spPr>
          <a:xfrm>
            <a:off x="3263705" y="2440745"/>
            <a:ext cx="546529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C91EAD30-E14D-EA1F-EA9A-B1D599C37097}"/>
              </a:ext>
            </a:extLst>
          </p:cNvPr>
          <p:cNvCxnSpPr/>
          <p:nvPr/>
        </p:nvCxnSpPr>
        <p:spPr>
          <a:xfrm>
            <a:off x="3270734" y="2443015"/>
            <a:ext cx="0" cy="34465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CB1ABCF9-5F3F-A951-2C6D-BEB967195D96}"/>
              </a:ext>
            </a:extLst>
          </p:cNvPr>
          <p:cNvCxnSpPr/>
          <p:nvPr/>
        </p:nvCxnSpPr>
        <p:spPr>
          <a:xfrm>
            <a:off x="8721779" y="2444877"/>
            <a:ext cx="0" cy="34465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9FF61FD6-FC89-450C-B5E9-C511CE0FA3A4}"/>
              </a:ext>
            </a:extLst>
          </p:cNvPr>
          <p:cNvCxnSpPr/>
          <p:nvPr/>
        </p:nvCxnSpPr>
        <p:spPr>
          <a:xfrm>
            <a:off x="3326126" y="3429000"/>
            <a:ext cx="0" cy="34465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357E86E0-DCA0-5304-D2CB-4B4830C9C4F9}"/>
              </a:ext>
            </a:extLst>
          </p:cNvPr>
          <p:cNvCxnSpPr/>
          <p:nvPr/>
        </p:nvCxnSpPr>
        <p:spPr>
          <a:xfrm>
            <a:off x="8707567" y="3429000"/>
            <a:ext cx="0" cy="34465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F4CD5148-1E6D-F772-64F3-B41E1C3D9447}"/>
              </a:ext>
            </a:extLst>
          </p:cNvPr>
          <p:cNvCxnSpPr/>
          <p:nvPr/>
        </p:nvCxnSpPr>
        <p:spPr>
          <a:xfrm>
            <a:off x="8722807" y="4524228"/>
            <a:ext cx="0" cy="344659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E5C2940-9574-186D-9D80-9B300579C1A4}"/>
              </a:ext>
            </a:extLst>
          </p:cNvPr>
          <p:cNvCxnSpPr>
            <a:stCxn id="3" idx="2"/>
          </p:cNvCxnSpPr>
          <p:nvPr/>
        </p:nvCxnSpPr>
        <p:spPr>
          <a:xfrm>
            <a:off x="6096000" y="2137792"/>
            <a:ext cx="0" cy="307865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03745EB-6D5B-0672-8D30-BAA65229DF57}"/>
              </a:ext>
            </a:extLst>
          </p:cNvPr>
          <p:cNvSpPr txBox="1"/>
          <p:nvPr/>
        </p:nvSpPr>
        <p:spPr>
          <a:xfrm>
            <a:off x="1650603" y="4717367"/>
            <a:ext cx="2443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rgbClr val="FFFF00"/>
                </a:solidFill>
                <a:latin typeface="+mn-ea"/>
              </a:rPr>
              <a:t>useContext</a:t>
            </a:r>
            <a:r>
              <a:rPr lang="en-US" altLang="ko-KR" b="1" dirty="0">
                <a:solidFill>
                  <a:srgbClr val="FFFF00"/>
                </a:solidFill>
                <a:latin typeface="+mn-ea"/>
              </a:rPr>
              <a:t>(Data)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A8D8BA-9261-3DFF-F740-58B905DA6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325" y="1572443"/>
            <a:ext cx="901782" cy="6291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CB92EBA-1F63-ADE0-2CF3-CE3BFACCEF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0160" y="3976637"/>
            <a:ext cx="601003" cy="6253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BC8C55B-DDC8-FAD1-4994-E3BA8A711D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3777" y="4881659"/>
            <a:ext cx="601460" cy="6258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A7B35D-CB74-9631-0115-8E52A90C1E85}"/>
              </a:ext>
            </a:extLst>
          </p:cNvPr>
          <p:cNvSpPr txBox="1"/>
          <p:nvPr/>
        </p:nvSpPr>
        <p:spPr>
          <a:xfrm>
            <a:off x="7080739" y="1720948"/>
            <a:ext cx="1866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FF00"/>
                </a:solidFill>
                <a:latin typeface="+mn-ea"/>
              </a:rPr>
              <a:t>Context(Data)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D31E4B-2A52-6996-E4C0-9023EB3DE644}"/>
              </a:ext>
            </a:extLst>
          </p:cNvPr>
          <p:cNvSpPr txBox="1"/>
          <p:nvPr/>
        </p:nvSpPr>
        <p:spPr>
          <a:xfrm>
            <a:off x="8084232" y="5580185"/>
            <a:ext cx="2443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solidFill>
                  <a:srgbClr val="FFFF00"/>
                </a:solidFill>
                <a:latin typeface="+mn-ea"/>
              </a:rPr>
              <a:t>useContext</a:t>
            </a:r>
            <a:r>
              <a:rPr lang="en-US" altLang="ko-KR" b="1" dirty="0">
                <a:solidFill>
                  <a:srgbClr val="FFFF00"/>
                </a:solidFill>
                <a:latin typeface="+mn-ea"/>
              </a:rPr>
              <a:t>(Data)</a:t>
            </a:r>
            <a:endParaRPr lang="ko-KR" altLang="en-US" b="1" dirty="0">
              <a:solidFill>
                <a:srgbClr val="FFFF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9291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3ACD3-18C0-0D46-1CF6-FB5DB9DA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5BAD2F80-5636-DCAF-3C98-F4F3D2BD9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67C857-0EE0-1488-77E0-E579BA97EBF5}"/>
              </a:ext>
            </a:extLst>
          </p:cNvPr>
          <p:cNvSpPr txBox="1"/>
          <p:nvPr/>
        </p:nvSpPr>
        <p:spPr>
          <a:xfrm>
            <a:off x="1653569" y="375293"/>
            <a:ext cx="52520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useContext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사용</a:t>
            </a:r>
            <a:r>
              <a:rPr lang="en-US" altLang="ko-KR" sz="4400" b="1" dirty="0">
                <a:latin typeface="+mj-ea"/>
                <a:ea typeface="+mj-ea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6338A-192B-06E4-4B8A-59AB315229FD}"/>
              </a:ext>
            </a:extLst>
          </p:cNvPr>
          <p:cNvSpPr txBox="1"/>
          <p:nvPr/>
        </p:nvSpPr>
        <p:spPr>
          <a:xfrm>
            <a:off x="1220123" y="4069895"/>
            <a:ext cx="9974601" cy="1500183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08000" bIns="18000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latin typeface="+mj-ea"/>
                <a:ea typeface="+mj-ea"/>
              </a:rPr>
              <a:t>import {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createContext</a:t>
            </a:r>
            <a:r>
              <a:rPr lang="en-US" altLang="ko-KR" sz="2800" b="1" dirty="0">
                <a:latin typeface="+mj-ea"/>
                <a:ea typeface="+mj-ea"/>
              </a:rPr>
              <a:t> } from 'react';</a:t>
            </a:r>
          </a:p>
          <a:p>
            <a:pPr>
              <a:lnSpc>
                <a:spcPct val="150000"/>
              </a:lnSpc>
            </a:pP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export </a:t>
            </a:r>
            <a:r>
              <a:rPr lang="en-US" altLang="ko-KR" sz="2800" b="1" dirty="0">
                <a:latin typeface="+mj-ea"/>
                <a:ea typeface="+mj-ea"/>
              </a:rPr>
              <a:t>const </a:t>
            </a:r>
            <a:r>
              <a:rPr lang="en-US" altLang="ko-KR" sz="2800" b="1" dirty="0" err="1">
                <a:latin typeface="+mj-ea"/>
                <a:ea typeface="+mj-ea"/>
              </a:rPr>
              <a:t>MyContext</a:t>
            </a:r>
            <a:r>
              <a:rPr lang="en-US" altLang="ko-KR" sz="2800" b="1" dirty="0">
                <a:latin typeface="+mj-ea"/>
                <a:ea typeface="+mj-ea"/>
              </a:rPr>
              <a:t> =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createContext</a:t>
            </a: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en-US" altLang="ko-KR" sz="2800" b="1" dirty="0">
                <a:latin typeface="+mj-ea"/>
              </a:rPr>
              <a:t>'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초기값</a:t>
            </a:r>
            <a:r>
              <a:rPr lang="en-US" altLang="ko-KR" sz="2800" b="1" dirty="0">
                <a:latin typeface="+mj-ea"/>
              </a:rPr>
              <a:t>'</a:t>
            </a:r>
            <a:r>
              <a:rPr lang="en-US" altLang="ko-KR" sz="2800" b="1" dirty="0">
                <a:latin typeface="+mj-ea"/>
                <a:ea typeface="+mj-ea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D0964-6B58-EC6D-D58C-17CBE1930CD0}"/>
              </a:ext>
            </a:extLst>
          </p:cNvPr>
          <p:cNvSpPr txBox="1"/>
          <p:nvPr/>
        </p:nvSpPr>
        <p:spPr>
          <a:xfrm>
            <a:off x="1311215" y="3262659"/>
            <a:ext cx="955734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000" b="1" dirty="0">
                <a:latin typeface="+mj-ea"/>
                <a:ea typeface="+mj-ea"/>
              </a:rPr>
              <a:t>1. </a:t>
            </a:r>
            <a:r>
              <a:rPr lang="en-US" altLang="ko-KR" sz="3000" b="1" dirty="0" err="1">
                <a:latin typeface="+mj-ea"/>
                <a:ea typeface="+mj-ea"/>
              </a:rPr>
              <a:t>createContext</a:t>
            </a:r>
            <a:r>
              <a:rPr lang="en-US" altLang="ko-KR" sz="3000" b="1" dirty="0">
                <a:latin typeface="+mj-ea"/>
                <a:ea typeface="+mj-ea"/>
              </a:rPr>
              <a:t>()</a:t>
            </a:r>
            <a:r>
              <a:rPr lang="ko-KR" altLang="en-US" sz="3000" b="1" dirty="0">
                <a:latin typeface="+mj-ea"/>
                <a:ea typeface="+mj-ea"/>
              </a:rPr>
              <a:t>를 사용하여 </a:t>
            </a:r>
            <a:r>
              <a:rPr lang="en-US" altLang="ko-KR" sz="3000" b="1" dirty="0">
                <a:latin typeface="+mj-ea"/>
                <a:ea typeface="+mj-ea"/>
              </a:rPr>
              <a:t>Context </a:t>
            </a:r>
            <a:r>
              <a:rPr lang="ko-KR" altLang="en-US" sz="3000" b="1" dirty="0">
                <a:latin typeface="+mj-ea"/>
                <a:ea typeface="+mj-ea"/>
              </a:rPr>
              <a:t>객체 생성</a:t>
            </a:r>
            <a:endParaRPr lang="en-US" altLang="ko-KR" sz="3000" b="1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5BE8E-F2AB-8840-7B97-A373B85ECED6}"/>
              </a:ext>
            </a:extLst>
          </p:cNvPr>
          <p:cNvSpPr txBox="1"/>
          <p:nvPr/>
        </p:nvSpPr>
        <p:spPr>
          <a:xfrm>
            <a:off x="873334" y="1631460"/>
            <a:ext cx="103119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800" b="1" dirty="0" err="1">
                <a:latin typeface="+mj-ea"/>
                <a:ea typeface="+mj-ea"/>
              </a:rPr>
              <a:t>useContext</a:t>
            </a:r>
            <a:r>
              <a:rPr lang="ko-KR" altLang="en-US" sz="2800" b="1" dirty="0">
                <a:latin typeface="+mj-ea"/>
                <a:ea typeface="+mj-ea"/>
              </a:rPr>
              <a:t>는 컴포넌트 간에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데이터를 공유할 때</a:t>
            </a:r>
            <a:r>
              <a:rPr lang="en-US" altLang="ko-KR" sz="2800" b="1" dirty="0">
                <a:latin typeface="+mj-ea"/>
                <a:ea typeface="+mj-ea"/>
              </a:rPr>
              <a:t>, </a:t>
            </a:r>
            <a:r>
              <a:rPr lang="ko-KR" altLang="en-US" sz="2800" b="1" dirty="0">
                <a:latin typeface="+mj-ea"/>
                <a:ea typeface="+mj-ea"/>
              </a:rPr>
              <a:t>단계별로 </a:t>
            </a:r>
            <a:r>
              <a:rPr lang="en-US" altLang="ko-KR" sz="2800" b="1" dirty="0">
                <a:latin typeface="+mj-ea"/>
                <a:ea typeface="+mj-ea"/>
              </a:rPr>
              <a:t>props</a:t>
            </a:r>
            <a:r>
              <a:rPr lang="ko-KR" altLang="en-US" sz="2800" b="1" dirty="0">
                <a:latin typeface="+mj-ea"/>
                <a:ea typeface="+mj-ea"/>
              </a:rPr>
              <a:t>를 일일이 넘겨주지 않고도 필요한 </a:t>
            </a:r>
            <a:r>
              <a:rPr lang="ko-KR" altLang="en-US" sz="2800" b="1" dirty="0">
                <a:solidFill>
                  <a:srgbClr val="FFFF00"/>
                </a:solidFill>
                <a:latin typeface="+mj-ea"/>
                <a:ea typeface="+mj-ea"/>
              </a:rPr>
              <a:t>데이터를 직접 읽어올 수 있게 해주는 훅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(Hook)</a:t>
            </a:r>
            <a:r>
              <a:rPr lang="ko-KR" altLang="en-US" sz="2800" b="1" dirty="0">
                <a:latin typeface="+mj-ea"/>
                <a:ea typeface="+mj-ea"/>
              </a:rPr>
              <a:t>이다</a:t>
            </a:r>
            <a:r>
              <a:rPr lang="en-US" altLang="ko-KR" sz="2800" b="1" dirty="0">
                <a:latin typeface="+mj-ea"/>
                <a:ea typeface="+mj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3768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4578E-B92A-4496-45D1-FDF01BF21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A78131AB-00A2-FC9C-F295-72A80C8476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A76B5B-3686-625E-B12C-9ADD412C4DFA}"/>
              </a:ext>
            </a:extLst>
          </p:cNvPr>
          <p:cNvSpPr txBox="1"/>
          <p:nvPr/>
        </p:nvSpPr>
        <p:spPr>
          <a:xfrm>
            <a:off x="1653569" y="375293"/>
            <a:ext cx="56425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useContext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사용</a:t>
            </a:r>
            <a:r>
              <a:rPr lang="en-US" altLang="ko-KR" sz="4400" b="1" dirty="0">
                <a:latin typeface="+mj-ea"/>
                <a:ea typeface="+mj-ea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3C6D92-D5A7-CF71-7CA4-0E404E76486D}"/>
              </a:ext>
            </a:extLst>
          </p:cNvPr>
          <p:cNvSpPr txBox="1"/>
          <p:nvPr/>
        </p:nvSpPr>
        <p:spPr>
          <a:xfrm>
            <a:off x="1014357" y="2223841"/>
            <a:ext cx="9974601" cy="4241500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import { 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MyContext</a:t>
            </a:r>
            <a:r>
              <a:rPr lang="en-US" altLang="ko-KR" sz="2800" b="1" dirty="0">
                <a:latin typeface="+mj-ea"/>
                <a:ea typeface="+mj-ea"/>
              </a:rPr>
              <a:t>  } from </a:t>
            </a:r>
            <a:r>
              <a:rPr lang="en-US" altLang="ko-KR" sz="2800" b="1" dirty="0">
                <a:latin typeface="+mj-ea"/>
              </a:rPr>
              <a:t>'</a:t>
            </a:r>
            <a:r>
              <a:rPr lang="en-US" altLang="ko-KR" sz="2800" b="1" dirty="0">
                <a:latin typeface="+mj-ea"/>
                <a:ea typeface="+mj-ea"/>
              </a:rPr>
              <a:t>./</a:t>
            </a:r>
            <a:r>
              <a:rPr lang="en-US" altLang="ko-KR" sz="2800" b="1" dirty="0" err="1">
                <a:latin typeface="+mj-ea"/>
                <a:ea typeface="+mj-ea"/>
              </a:rPr>
              <a:t>MyContext</a:t>
            </a:r>
            <a:r>
              <a:rPr lang="en-US" altLang="ko-KR" sz="2800" b="1" dirty="0">
                <a:latin typeface="+mj-ea"/>
              </a:rPr>
              <a:t>’</a:t>
            </a:r>
            <a:endParaRPr lang="en-US" altLang="ko-KR" sz="2800" b="1" dirty="0">
              <a:solidFill>
                <a:schemeClr val="tx2"/>
              </a:solidFill>
              <a:latin typeface="+mj-ea"/>
              <a:ea typeface="+mj-ea"/>
            </a:endParaRPr>
          </a:p>
          <a:p>
            <a:endParaRPr lang="en-US" altLang="ko-KR" sz="2800" b="1" dirty="0">
              <a:solidFill>
                <a:schemeClr val="tx2"/>
              </a:solidFill>
              <a:latin typeface="+mj-ea"/>
              <a:ea typeface="+mj-ea"/>
            </a:endParaRPr>
          </a:p>
          <a:p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function App() {</a:t>
            </a:r>
          </a:p>
          <a:p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    return (</a:t>
            </a:r>
          </a:p>
          <a:p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        &lt;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MyContext.Provider</a:t>
            </a:r>
            <a:r>
              <a:rPr lang="en-US" altLang="ko-KR" sz="2800" b="1" dirty="0">
                <a:solidFill>
                  <a:srgbClr val="FFFF00"/>
                </a:solidFill>
                <a:latin typeface="+mj-ea"/>
                <a:ea typeface="+mj-ea"/>
              </a:rPr>
              <a:t> </a:t>
            </a:r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value=</a:t>
            </a:r>
            <a:r>
              <a:rPr lang="en-US" altLang="ko-KR" sz="2800" b="1" dirty="0">
                <a:latin typeface="+mj-ea"/>
              </a:rPr>
              <a:t>'</a:t>
            </a:r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전달할 값</a:t>
            </a:r>
            <a:r>
              <a:rPr lang="en-US" altLang="ko-KR" sz="2800" b="1" dirty="0">
                <a:latin typeface="+mj-ea"/>
              </a:rPr>
              <a:t>'</a:t>
            </a:r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&gt;</a:t>
            </a:r>
            <a:endParaRPr lang="ko-KR" altLang="en-US" sz="2800" b="1" dirty="0">
              <a:solidFill>
                <a:schemeClr val="tx2"/>
              </a:solidFill>
              <a:latin typeface="+mj-ea"/>
              <a:ea typeface="+mj-ea"/>
            </a:endParaRPr>
          </a:p>
          <a:p>
            <a:r>
              <a:rPr lang="ko-KR" altLang="en-US" sz="2800" b="1" dirty="0">
                <a:solidFill>
                  <a:schemeClr val="tx2"/>
                </a:solidFill>
                <a:latin typeface="+mj-ea"/>
                <a:ea typeface="+mj-ea"/>
              </a:rPr>
              <a:t>            </a:t>
            </a:r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&lt;</a:t>
            </a:r>
            <a:r>
              <a:rPr lang="en-US" altLang="ko-KR" sz="2800" b="1" dirty="0" err="1">
                <a:solidFill>
                  <a:schemeClr val="tx2"/>
                </a:solidFill>
                <a:latin typeface="+mj-ea"/>
                <a:ea typeface="+mj-ea"/>
              </a:rPr>
              <a:t>ChildComponent</a:t>
            </a:r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 /&gt;</a:t>
            </a:r>
          </a:p>
          <a:p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        &lt;/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MyContext.Provider</a:t>
            </a:r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&gt;</a:t>
            </a:r>
          </a:p>
          <a:p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    );</a:t>
            </a:r>
          </a:p>
          <a:p>
            <a:r>
              <a:rPr lang="en-US" altLang="ko-KR" sz="2800" b="1" dirty="0">
                <a:solidFill>
                  <a:schemeClr val="tx2"/>
                </a:solidFill>
                <a:latin typeface="+mj-ea"/>
                <a:ea typeface="+mj-ea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A2841-95CF-7DB2-785B-23906D317D4D}"/>
              </a:ext>
            </a:extLst>
          </p:cNvPr>
          <p:cNvSpPr txBox="1"/>
          <p:nvPr/>
        </p:nvSpPr>
        <p:spPr>
          <a:xfrm>
            <a:off x="1028247" y="1551738"/>
            <a:ext cx="104684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000" b="1" dirty="0">
                <a:latin typeface="+mj-ea"/>
                <a:ea typeface="+mj-ea"/>
              </a:rPr>
              <a:t>2. </a:t>
            </a:r>
            <a:r>
              <a:rPr lang="ko-KR" altLang="en-US" sz="3000" b="1" dirty="0">
                <a:latin typeface="+mj-ea"/>
                <a:ea typeface="+mj-ea"/>
              </a:rPr>
              <a:t>부모 컴포넌트에서 </a:t>
            </a:r>
            <a:r>
              <a:rPr lang="en-US" altLang="ko-KR" sz="3000" b="1" dirty="0">
                <a:latin typeface="+mj-ea"/>
                <a:ea typeface="+mj-ea"/>
              </a:rPr>
              <a:t>Provider</a:t>
            </a:r>
            <a:r>
              <a:rPr lang="ko-KR" altLang="en-US" sz="3000" b="1" dirty="0">
                <a:latin typeface="+mj-ea"/>
                <a:ea typeface="+mj-ea"/>
              </a:rPr>
              <a:t>로 하위 컴포넌트로 값 제공 </a:t>
            </a:r>
            <a:endParaRPr lang="en-US" altLang="ko-KR" sz="3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26879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DD3BD-0A4A-491D-700F-AB8F114B5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래픽 10">
            <a:extLst>
              <a:ext uri="{FF2B5EF4-FFF2-40B4-BE49-F238E27FC236}">
                <a16:creationId xmlns:a16="http://schemas.microsoft.com/office/drawing/2014/main" id="{3F4BB7CE-590A-50B4-29E9-7F0CA4284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235717"/>
            <a:ext cx="1803998" cy="12747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D05965-875B-984E-9243-D6D318919D50}"/>
              </a:ext>
            </a:extLst>
          </p:cNvPr>
          <p:cNvSpPr txBox="1"/>
          <p:nvPr/>
        </p:nvSpPr>
        <p:spPr>
          <a:xfrm>
            <a:off x="1653570" y="375293"/>
            <a:ext cx="52330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err="1">
                <a:latin typeface="+mj-ea"/>
                <a:ea typeface="+mj-ea"/>
              </a:rPr>
              <a:t>useContext</a:t>
            </a:r>
            <a:r>
              <a:rPr lang="en-US" altLang="ko-KR" sz="4400" b="1" dirty="0">
                <a:latin typeface="+mj-ea"/>
                <a:ea typeface="+mj-ea"/>
              </a:rPr>
              <a:t> </a:t>
            </a:r>
            <a:r>
              <a:rPr lang="ko-KR" altLang="en-US" sz="4400" b="1" dirty="0">
                <a:latin typeface="+mj-ea"/>
                <a:ea typeface="+mj-ea"/>
              </a:rPr>
              <a:t>사용</a:t>
            </a:r>
            <a:r>
              <a:rPr lang="en-US" altLang="ko-KR" sz="4400" b="1" dirty="0">
                <a:latin typeface="+mj-ea"/>
                <a:ea typeface="+mj-ea"/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C93A4F-6E69-3768-159D-E410A5E2B47A}"/>
              </a:ext>
            </a:extLst>
          </p:cNvPr>
          <p:cNvSpPr txBox="1"/>
          <p:nvPr/>
        </p:nvSpPr>
        <p:spPr>
          <a:xfrm>
            <a:off x="1021614" y="2456070"/>
            <a:ext cx="9974601" cy="3379726"/>
          </a:xfrm>
          <a:prstGeom prst="rect">
            <a:avLst/>
          </a:prstGeom>
          <a:noFill/>
          <a:ln w="25400" cmpd="sng">
            <a:solidFill>
              <a:schemeClr val="tx1"/>
            </a:solidFill>
          </a:ln>
        </p:spPr>
        <p:txBody>
          <a:bodyPr wrap="square" lIns="360000" tIns="180000" bIns="180000" rtlCol="0">
            <a:spAutoFit/>
          </a:bodyPr>
          <a:lstStyle/>
          <a:p>
            <a:r>
              <a:rPr lang="en-US" altLang="ko-KR" sz="2800" b="1" dirty="0">
                <a:latin typeface="+mj-ea"/>
                <a:ea typeface="+mj-ea"/>
              </a:rPr>
              <a:t>import React, {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useContext</a:t>
            </a:r>
            <a:r>
              <a:rPr lang="en-US" altLang="ko-KR" sz="2800" b="1" dirty="0">
                <a:latin typeface="+mj-ea"/>
                <a:ea typeface="+mj-ea"/>
              </a:rPr>
              <a:t> } from 'react';</a:t>
            </a:r>
          </a:p>
          <a:p>
            <a:r>
              <a:rPr lang="en-US" altLang="ko-KR" sz="2800" b="1" dirty="0">
                <a:latin typeface="+mj-ea"/>
              </a:rPr>
              <a:t>import { 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</a:rPr>
              <a:t>MyContext</a:t>
            </a:r>
            <a:r>
              <a:rPr lang="en-US" altLang="ko-KR" sz="2800" b="1" dirty="0">
                <a:latin typeface="+mj-ea"/>
              </a:rPr>
              <a:t>  } from './</a:t>
            </a:r>
            <a:r>
              <a:rPr lang="en-US" altLang="ko-KR" sz="2800" b="1" dirty="0" err="1">
                <a:latin typeface="+mj-ea"/>
              </a:rPr>
              <a:t>MyContext</a:t>
            </a:r>
            <a:r>
              <a:rPr lang="en-US" altLang="ko-KR" sz="2800" b="1" dirty="0">
                <a:latin typeface="+mj-ea"/>
              </a:rPr>
              <a:t>'</a:t>
            </a:r>
          </a:p>
          <a:p>
            <a:endParaRPr lang="en-US" altLang="ko-KR" sz="2800" b="1" dirty="0">
              <a:latin typeface="+mj-ea"/>
              <a:ea typeface="+mj-ea"/>
            </a:endParaRPr>
          </a:p>
          <a:p>
            <a:r>
              <a:rPr lang="en-US" altLang="ko-KR" sz="2800" b="1" dirty="0">
                <a:latin typeface="+mj-ea"/>
                <a:ea typeface="+mj-ea"/>
              </a:rPr>
              <a:t>const </a:t>
            </a:r>
            <a:r>
              <a:rPr lang="en-US" altLang="ko-KR" sz="2800" b="1" dirty="0" err="1">
                <a:latin typeface="+mj-ea"/>
                <a:ea typeface="+mj-ea"/>
              </a:rPr>
              <a:t>ChildComponent</a:t>
            </a:r>
            <a:r>
              <a:rPr lang="en-US" altLang="ko-KR" sz="2800" b="1" dirty="0">
                <a:latin typeface="+mj-ea"/>
                <a:ea typeface="+mj-ea"/>
              </a:rPr>
              <a:t> = () =&gt; {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const value = 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useContext</a:t>
            </a:r>
            <a:r>
              <a:rPr lang="en-US" altLang="ko-KR" sz="2800" b="1" dirty="0">
                <a:latin typeface="+mj-ea"/>
                <a:ea typeface="+mj-ea"/>
              </a:rPr>
              <a:t>(</a:t>
            </a:r>
            <a:r>
              <a:rPr lang="en-US" altLang="ko-KR" sz="2800" b="1" dirty="0" err="1">
                <a:solidFill>
                  <a:srgbClr val="FFFF00"/>
                </a:solidFill>
                <a:latin typeface="+mj-ea"/>
                <a:ea typeface="+mj-ea"/>
              </a:rPr>
              <a:t>MyContext</a:t>
            </a:r>
            <a:r>
              <a:rPr lang="en-US" altLang="ko-KR" sz="2800" b="1" dirty="0">
                <a:latin typeface="+mj-ea"/>
                <a:ea typeface="+mj-ea"/>
              </a:rPr>
              <a:t>);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    return &lt;div&gt;{value}&lt;/div&gt;;</a:t>
            </a:r>
          </a:p>
          <a:p>
            <a:r>
              <a:rPr lang="en-US" altLang="ko-KR" sz="2800" b="1" dirty="0">
                <a:latin typeface="+mj-ea"/>
                <a:ea typeface="+mj-ea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76BDF8-2E46-A06D-B59A-58CAFEAAD2F7}"/>
              </a:ext>
            </a:extLst>
          </p:cNvPr>
          <p:cNvSpPr txBox="1"/>
          <p:nvPr/>
        </p:nvSpPr>
        <p:spPr>
          <a:xfrm>
            <a:off x="891495" y="1699602"/>
            <a:ext cx="1040901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000" b="1" dirty="0">
                <a:latin typeface="+mj-ea"/>
                <a:ea typeface="+mj-ea"/>
              </a:rPr>
              <a:t>3. </a:t>
            </a:r>
            <a:r>
              <a:rPr lang="ko-KR" altLang="en-US" sz="3000" b="1" dirty="0">
                <a:latin typeface="+mj-ea"/>
                <a:ea typeface="+mj-ea"/>
              </a:rPr>
              <a:t>하위 컴포넌트에서 </a:t>
            </a:r>
            <a:r>
              <a:rPr lang="en-US" altLang="ko-KR" sz="3000" b="1" dirty="0" err="1">
                <a:latin typeface="+mj-ea"/>
                <a:ea typeface="+mj-ea"/>
              </a:rPr>
              <a:t>useContext</a:t>
            </a:r>
            <a:r>
              <a:rPr lang="en-US" altLang="ko-KR" sz="3000" b="1" dirty="0">
                <a:latin typeface="+mj-ea"/>
                <a:ea typeface="+mj-ea"/>
              </a:rPr>
              <a:t> </a:t>
            </a:r>
            <a:r>
              <a:rPr lang="ko-KR" altLang="en-US" sz="3000" b="1" dirty="0">
                <a:latin typeface="+mj-ea"/>
                <a:ea typeface="+mj-ea"/>
              </a:rPr>
              <a:t>훅을 사용하여 값을 호출</a:t>
            </a:r>
            <a:endParaRPr lang="en-US" altLang="ko-KR" sz="30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39022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1008</TotalTime>
  <Words>253</Words>
  <Application>Microsoft Office PowerPoint</Application>
  <PresentationFormat>와이드스크린</PresentationFormat>
  <Paragraphs>62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42</cp:revision>
  <dcterms:created xsi:type="dcterms:W3CDTF">2025-10-29T02:21:35Z</dcterms:created>
  <dcterms:modified xsi:type="dcterms:W3CDTF">2026-02-06T11:06:50Z</dcterms:modified>
</cp:coreProperties>
</file>