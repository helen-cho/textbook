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56" y="236"/>
      </p:cViewPr>
      <p:guideLst>
        <p:guide orient="horz" pos="2160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2CC12-2AA6-34EC-15CF-471F73B2F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AA82DA-0EBE-57BE-F84C-533D99043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7E42D-C3A6-6606-7DAC-9FAE4EED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2E1065-E09A-D25D-874E-4F405B8B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0CFE4E-F54C-C483-A31A-BF592617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2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B464E-E048-8185-E8A7-D78CA93F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46A9D8-57CF-8F76-5F72-96104F32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F4BC57-B889-97E7-9CE7-80039F04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9D090-6C7D-9A4D-F321-91E537DC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4C7E68-0C03-FC15-CD9E-DD8F970A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41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50366-4941-F764-33A3-7EB856BCE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5E62D2-0506-08A2-D7DC-36DB4965E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AEB92-A76F-FB2C-255E-C521E38A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46B9B-E412-D5D6-CA7B-B15BDF02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9D4775-9E4A-66C3-E4A4-2CE37A5B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DD164-F421-42E3-C870-C494F36C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C27C9C-01AA-954F-5489-948CF083B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5066F6-0C37-9338-D0BF-D4D9AD06F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5D21D-0CED-CF23-8D8E-A6AFBFAB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6D4F2F-1383-44FC-1F97-53C76BBD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A99E64-DB87-C5E4-5E0F-11B5AD58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22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2AB3A-CA71-A253-6E16-70621BF4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545CCC-EEEE-99E6-71D2-118788604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5AF646-E0BB-7CF9-321C-81F396659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EAB622-0753-2E6E-02CD-DC6D6D94E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083FBA-CCA7-70A1-E878-8D660D640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7F5F12-0BCC-0376-3BD3-84FC77A8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156648-A27A-A9A4-D353-B124BA96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45B8E1-9575-0195-F7E3-C9675625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8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37866-80B9-32A1-01BB-5C8511FB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70D5D8-8B15-289B-D31C-1A1FFFC7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09758C-5304-753A-A193-D1D69AE9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EA0E30-8973-CAF2-1DC1-FBC1FE4F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5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F63ECC-99EE-E5EF-5955-1E847020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4AB07F-A2A3-C17A-7FF8-058B03AC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451A4-B698-970F-5C05-A2F68CD0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53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D9150-859A-D105-0BAC-2FCEF5B18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15150-9E98-CAB3-FDAA-98A48033C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0F8698-EFC3-2D92-3EB8-622692B8E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FEB03D-C78D-E8E1-0A7B-52A6C335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282AB3-5313-D880-2B4A-6B13BF05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3D1C07-3849-C456-D14E-7F43AFB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56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B3679-126C-EBFE-5A9D-E84CD561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3D356A-43D6-DD6D-1E35-A066F8A6B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E9FBD8-BD3E-7B19-D290-D2DC4803A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7617B5-77F7-6D61-FB60-F7CA41611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C90CB8-9B4C-07A5-8D3D-F52CB6AC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C468F5-FD01-81DA-E71A-1AA8DF5D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5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0D08D-646C-A650-2F2F-65CD3952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6FFBC5-2FFC-F1A7-B304-913E1A03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A4BCD-6980-39FA-AB95-123B9B93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D41190-6D30-8650-FAAE-A4C69930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BE0C5A-03C9-8DA0-2539-94AAEF72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80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93902-7BB8-7BB6-6D97-6AA4D70B5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007169-07FC-2AD4-DE0F-14B8A2BFE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247D9A-A2C0-1F73-E4F5-D33928E5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A7D83-2DD5-1CD6-4106-8ACA86F3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EC9D4-3BBD-BCAE-B29A-775B85A4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00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A2C720-1311-0D97-2532-71721B58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5A0A7-1AED-355F-BFC3-02807E6AE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5A050-F142-DE52-962D-C96DE2669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07553-3801-41A7-B01E-63F04F07FE2A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A7AA97-1A19-9382-1C06-9CB473E3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3C9CFC-19DE-B9ED-85CB-EE97541AC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DD4DE-0156-49FC-83BE-C91569FC91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81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BC80CB4-8CBC-169C-B140-C2A0B35BC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49" y="591448"/>
            <a:ext cx="7911241" cy="5675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AA0549-5B3A-4D5A-452B-318CD6F8907F}"/>
              </a:ext>
            </a:extLst>
          </p:cNvPr>
          <p:cNvSpPr txBox="1"/>
          <p:nvPr/>
        </p:nvSpPr>
        <p:spPr>
          <a:xfrm>
            <a:off x="351937" y="1685478"/>
            <a:ext cx="34164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바이브</a:t>
            </a:r>
            <a:r>
              <a: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코딩</a:t>
            </a:r>
            <a:endParaRPr lang="en-US" altLang="ko-KR" sz="2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28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학사 관리 시스템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5F7487-1FFF-EC8B-1E48-0E3745A09348}"/>
              </a:ext>
            </a:extLst>
          </p:cNvPr>
          <p:cNvCxnSpPr>
            <a:cxnSpLocks/>
          </p:cNvCxnSpPr>
          <p:nvPr/>
        </p:nvCxnSpPr>
        <p:spPr>
          <a:xfrm>
            <a:off x="249384" y="2792889"/>
            <a:ext cx="3583709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54486E-E093-13E7-4AAD-636C86CC0ED9}"/>
              </a:ext>
            </a:extLst>
          </p:cNvPr>
          <p:cNvSpPr txBox="1"/>
          <p:nvPr/>
        </p:nvSpPr>
        <p:spPr>
          <a:xfrm>
            <a:off x="258940" y="2876819"/>
            <a:ext cx="3518733" cy="31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교수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학생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강좌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수강신청 관리 예제 프로그램</a:t>
            </a:r>
          </a:p>
        </p:txBody>
      </p:sp>
    </p:spTree>
    <p:extLst>
      <p:ext uri="{BB962C8B-B14F-4D97-AF65-F5344CB8AC3E}">
        <p14:creationId xmlns:p14="http://schemas.microsoft.com/office/powerpoint/2010/main" val="382196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70C900EC-F77B-905C-3D53-3DB3382AD34F}"/>
              </a:ext>
            </a:extLst>
          </p:cNvPr>
          <p:cNvGrpSpPr/>
          <p:nvPr/>
        </p:nvGrpSpPr>
        <p:grpSpPr>
          <a:xfrm>
            <a:off x="378372" y="342388"/>
            <a:ext cx="6453352" cy="794271"/>
            <a:chOff x="378372" y="342388"/>
            <a:chExt cx="6453352" cy="7942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6FCB8C-FC6C-363D-619E-0B6DAC5DF109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회원 가입 및 로그인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81398D67-908B-E12D-076B-F6704FEDAF83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01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C4BCAE-7FFA-1686-9611-24DF44688A12}"/>
                </a:ext>
              </a:extLst>
            </p:cNvPr>
            <p:cNvSpPr txBox="1"/>
            <p:nvPr/>
          </p:nvSpPr>
          <p:spPr>
            <a:xfrm>
              <a:off x="1070146" y="828882"/>
              <a:ext cx="57615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아이디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비밀번호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역할에 따라 학번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교수번호로 회원 가입하고 로그인한다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F2E965D-C30C-94BA-908F-CF76DAD08C67}"/>
              </a:ext>
            </a:extLst>
          </p:cNvPr>
          <p:cNvGrpSpPr/>
          <p:nvPr/>
        </p:nvGrpSpPr>
        <p:grpSpPr>
          <a:xfrm>
            <a:off x="341605" y="2185198"/>
            <a:ext cx="3442120" cy="3250292"/>
            <a:chOff x="215481" y="2332342"/>
            <a:chExt cx="3442120" cy="325029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80DFCB7-44C8-1BA0-69F8-D24E0D6ED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931" y="2332342"/>
              <a:ext cx="3307670" cy="32502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6090F9F2-6A13-8880-1381-002B4A2B520B}"/>
                </a:ext>
              </a:extLst>
            </p:cNvPr>
            <p:cNvSpPr/>
            <p:nvPr/>
          </p:nvSpPr>
          <p:spPr>
            <a:xfrm>
              <a:off x="215481" y="4303983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1553047-C675-1846-6440-E79D87E5CA3D}"/>
                </a:ext>
              </a:extLst>
            </p:cNvPr>
            <p:cNvSpPr/>
            <p:nvPr/>
          </p:nvSpPr>
          <p:spPr>
            <a:xfrm>
              <a:off x="215481" y="3563004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3843644-3FD4-C38A-B0AD-0796362F5DE4}"/>
              </a:ext>
            </a:extLst>
          </p:cNvPr>
          <p:cNvGrpSpPr/>
          <p:nvPr/>
        </p:nvGrpSpPr>
        <p:grpSpPr>
          <a:xfrm>
            <a:off x="7803949" y="500681"/>
            <a:ext cx="3949769" cy="6003782"/>
            <a:chOff x="7919563" y="427109"/>
            <a:chExt cx="3949769" cy="600378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565BA8B-7BF2-D4EF-C4F7-FF2453131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8739" y="427109"/>
              <a:ext cx="3850593" cy="60037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8953513-0C43-3E26-4092-874DF8B96E72}"/>
                </a:ext>
              </a:extLst>
            </p:cNvPr>
            <p:cNvSpPr/>
            <p:nvPr/>
          </p:nvSpPr>
          <p:spPr>
            <a:xfrm>
              <a:off x="7919563" y="2758964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D5D3233-100E-A9A6-A1A0-7E6C093D1ED9}"/>
                </a:ext>
              </a:extLst>
            </p:cNvPr>
            <p:cNvSpPr/>
            <p:nvPr/>
          </p:nvSpPr>
          <p:spPr>
            <a:xfrm>
              <a:off x="7919563" y="429346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5B7CAB-FF51-0D16-E8CD-D3D43C9B7712}"/>
                </a:ext>
              </a:extLst>
            </p:cNvPr>
            <p:cNvSpPr/>
            <p:nvPr/>
          </p:nvSpPr>
          <p:spPr>
            <a:xfrm>
              <a:off x="7919563" y="488204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7E51F15-B4FC-BCA3-3234-B8E432252ADB}"/>
                </a:ext>
              </a:extLst>
            </p:cNvPr>
            <p:cNvSpPr/>
            <p:nvPr/>
          </p:nvSpPr>
          <p:spPr>
            <a:xfrm>
              <a:off x="7919563" y="2070536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56AA6C8-A90F-9BE5-710F-D6F611C33E04}"/>
              </a:ext>
            </a:extLst>
          </p:cNvPr>
          <p:cNvGrpSpPr/>
          <p:nvPr/>
        </p:nvGrpSpPr>
        <p:grpSpPr>
          <a:xfrm>
            <a:off x="3967673" y="2028497"/>
            <a:ext cx="3478906" cy="738664"/>
            <a:chOff x="4309260" y="1723696"/>
            <a:chExt cx="3478906" cy="73866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7330A8-7781-B654-CF29-E64080D50CE6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아이디 입력</a:t>
              </a: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회원가입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: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유효성 체크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아이디 중복 체크를 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: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유효성 체크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가입여부를 체크를 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6D6721A3-E549-3ED8-8B53-92A1E48BEEAA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5871AC5-0169-D296-F887-F81F6675A318}"/>
              </a:ext>
            </a:extLst>
          </p:cNvPr>
          <p:cNvGrpSpPr/>
          <p:nvPr/>
        </p:nvGrpSpPr>
        <p:grpSpPr>
          <a:xfrm>
            <a:off x="3967673" y="3105807"/>
            <a:ext cx="3820492" cy="738664"/>
            <a:chOff x="4104308" y="2790496"/>
            <a:chExt cx="3820492" cy="73866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549CF3-A8A8-5737-4FEF-847BFA1A6177}"/>
                </a:ext>
              </a:extLst>
            </p:cNvPr>
            <p:cNvSpPr txBox="1"/>
            <p:nvPr/>
          </p:nvSpPr>
          <p:spPr>
            <a:xfrm>
              <a:off x="4388087" y="2790496"/>
              <a:ext cx="353671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비밀번호 입력</a:t>
              </a: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회원가입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: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유효성 체크를 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: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유효성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아이디와 비밀번호 일치를 체크한다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AD606A3D-7D4E-AE84-5BE1-CA74BB06F9BC}"/>
                </a:ext>
              </a:extLst>
            </p:cNvPr>
            <p:cNvSpPr/>
            <p:nvPr/>
          </p:nvSpPr>
          <p:spPr>
            <a:xfrm>
              <a:off x="4104308" y="28062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8D92EA5-C4D7-6114-DFF1-573F0CF4C973}"/>
              </a:ext>
            </a:extLst>
          </p:cNvPr>
          <p:cNvGrpSpPr/>
          <p:nvPr/>
        </p:nvGrpSpPr>
        <p:grpSpPr>
          <a:xfrm>
            <a:off x="3967673" y="4172607"/>
            <a:ext cx="3610284" cy="507831"/>
            <a:chOff x="4104308" y="2790496"/>
            <a:chExt cx="3610284" cy="5078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0A37FE-C807-F74B-63A6-CA4D606ADE4A}"/>
                </a:ext>
              </a:extLst>
            </p:cNvPr>
            <p:cNvSpPr txBox="1"/>
            <p:nvPr/>
          </p:nvSpPr>
          <p:spPr>
            <a:xfrm>
              <a:off x="4388087" y="2790496"/>
              <a:ext cx="332650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역할 선택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가입회원이 교수인지 학생인지 선택한다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29208D8A-170E-C902-32E2-C7ECF027330C}"/>
                </a:ext>
              </a:extLst>
            </p:cNvPr>
            <p:cNvSpPr/>
            <p:nvPr/>
          </p:nvSpPr>
          <p:spPr>
            <a:xfrm>
              <a:off x="4104308" y="28062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B4C5701-C792-B28E-E345-7F1AAA0CC471}"/>
              </a:ext>
            </a:extLst>
          </p:cNvPr>
          <p:cNvGrpSpPr/>
          <p:nvPr/>
        </p:nvGrpSpPr>
        <p:grpSpPr>
          <a:xfrm>
            <a:off x="3967673" y="5144814"/>
            <a:ext cx="3610284" cy="661720"/>
            <a:chOff x="4104308" y="2790496"/>
            <a:chExt cx="3610284" cy="66172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0A8C338-E44C-7BD9-5C6C-4519A5765196}"/>
                </a:ext>
              </a:extLst>
            </p:cNvPr>
            <p:cNvSpPr txBox="1"/>
            <p:nvPr/>
          </p:nvSpPr>
          <p:spPr>
            <a:xfrm>
              <a:off x="4388087" y="2790496"/>
              <a:ext cx="3326505" cy="661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학생번호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교수번호 입력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역할이 학생인 경우 학생번호를 입력하고 교수인 경우 교수번호를 입력한다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5B95C64-5BCE-F3AB-09C7-61D3E9EEA5F5}"/>
                </a:ext>
              </a:extLst>
            </p:cNvPr>
            <p:cNvSpPr/>
            <p:nvPr/>
          </p:nvSpPr>
          <p:spPr>
            <a:xfrm>
              <a:off x="4104308" y="28062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434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4A97C95-1556-F7C2-82B6-CF0FFBD49FA6}"/>
              </a:ext>
            </a:extLst>
          </p:cNvPr>
          <p:cNvGrpSpPr/>
          <p:nvPr/>
        </p:nvGrpSpPr>
        <p:grpSpPr>
          <a:xfrm>
            <a:off x="378372" y="342388"/>
            <a:ext cx="6453352" cy="794271"/>
            <a:chOff x="378372" y="342388"/>
            <a:chExt cx="6453352" cy="7942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928313-F131-F347-7353-2B3684B71E95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대시보드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14AD73F-78CD-24AC-8F50-F4F240AB2AA3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02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179586-E292-C1CD-89A0-79D2CA001012}"/>
                </a:ext>
              </a:extLst>
            </p:cNvPr>
            <p:cNvSpPr txBox="1"/>
            <p:nvPr/>
          </p:nvSpPr>
          <p:spPr>
            <a:xfrm>
              <a:off x="1070146" y="828882"/>
              <a:ext cx="57615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로그인하면 관리자 대시보드에 각종 그래프를 출력한다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3D53C5F-07BA-0D61-B41E-6F9A0F73C42B}"/>
              </a:ext>
            </a:extLst>
          </p:cNvPr>
          <p:cNvGrpSpPr/>
          <p:nvPr/>
        </p:nvGrpSpPr>
        <p:grpSpPr>
          <a:xfrm>
            <a:off x="8897018" y="2301764"/>
            <a:ext cx="3105795" cy="3161694"/>
            <a:chOff x="8518646" y="2238702"/>
            <a:chExt cx="3105795" cy="316169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3F2CB9-09F0-335B-EC65-6410B8175F50}"/>
                </a:ext>
              </a:extLst>
            </p:cNvPr>
            <p:cNvSpPr txBox="1"/>
            <p:nvPr/>
          </p:nvSpPr>
          <p:spPr>
            <a:xfrm>
              <a:off x="8802426" y="2238702"/>
              <a:ext cx="266436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세로 막대그래프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학과별 학생 인원수를 막대그래프로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71C9BC7-08B3-D6A1-1BAC-97CAE4CBC7B9}"/>
                </a:ext>
              </a:extLst>
            </p:cNvPr>
            <p:cNvSpPr/>
            <p:nvPr/>
          </p:nvSpPr>
          <p:spPr>
            <a:xfrm>
              <a:off x="8518646" y="2254465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516E8D-02D8-0832-019C-1B6B5C97C551}"/>
                </a:ext>
              </a:extLst>
            </p:cNvPr>
            <p:cNvSpPr txBox="1"/>
            <p:nvPr/>
          </p:nvSpPr>
          <p:spPr>
            <a:xfrm>
              <a:off x="8802426" y="3095295"/>
              <a:ext cx="256976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세로 막대그래프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과목별 평균점수를 막대그래프로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73801F1-B1F7-4919-5940-D3C5CD59A54F}"/>
                </a:ext>
              </a:extLst>
            </p:cNvPr>
            <p:cNvSpPr/>
            <p:nvPr/>
          </p:nvSpPr>
          <p:spPr>
            <a:xfrm>
              <a:off x="8518646" y="311105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D4BC0B1-8C93-AFB7-8F36-A78FED677704}"/>
                </a:ext>
              </a:extLst>
            </p:cNvPr>
            <p:cNvSpPr txBox="1"/>
            <p:nvPr/>
          </p:nvSpPr>
          <p:spPr>
            <a:xfrm>
              <a:off x="8802426" y="3983420"/>
              <a:ext cx="272742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원그래프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과목별 수강 인원수를 원그래프로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537B5532-ABBD-09EA-5047-8D0EAFA23AD3}"/>
                </a:ext>
              </a:extLst>
            </p:cNvPr>
            <p:cNvSpPr/>
            <p:nvPr/>
          </p:nvSpPr>
          <p:spPr>
            <a:xfrm>
              <a:off x="8518646" y="3999183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934145-BA0A-0AF4-0239-93C28B15E7B9}"/>
                </a:ext>
              </a:extLst>
            </p:cNvPr>
            <p:cNvSpPr txBox="1"/>
            <p:nvPr/>
          </p:nvSpPr>
          <p:spPr>
            <a:xfrm>
              <a:off x="8761503" y="4892565"/>
              <a:ext cx="286293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꺽은선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그래프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수강신청일별 인원수를 </a:t>
              </a:r>
              <a:r>
                <a:rPr lang="ko-KR" altLang="en-US" sz="10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꺽은선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그래프로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49A15E9-30E5-46CB-B4AA-185FBDD9A7E7}"/>
                </a:ext>
              </a:extLst>
            </p:cNvPr>
            <p:cNvSpPr/>
            <p:nvPr/>
          </p:nvSpPr>
          <p:spPr>
            <a:xfrm>
              <a:off x="8518646" y="4908328"/>
              <a:ext cx="303819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A90DE0D8-C7CE-C175-E6CA-AD27D31AA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52" y="1208688"/>
            <a:ext cx="8398124" cy="5278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6A4336F5-5F8F-0F52-772A-69A5082E4F7C}"/>
              </a:ext>
            </a:extLst>
          </p:cNvPr>
          <p:cNvSpPr/>
          <p:nvPr/>
        </p:nvSpPr>
        <p:spPr>
          <a:xfrm>
            <a:off x="1329576" y="271429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F2C53F3-FEFE-9117-AB09-2F07831FAB06}"/>
              </a:ext>
            </a:extLst>
          </p:cNvPr>
          <p:cNvSpPr/>
          <p:nvPr/>
        </p:nvSpPr>
        <p:spPr>
          <a:xfrm>
            <a:off x="7299452" y="271429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FB5D07D-4042-0BFD-438E-602DF718F89B}"/>
              </a:ext>
            </a:extLst>
          </p:cNvPr>
          <p:cNvSpPr/>
          <p:nvPr/>
        </p:nvSpPr>
        <p:spPr>
          <a:xfrm>
            <a:off x="1329576" y="463768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88AB06F-AB8C-76E0-E408-553DE8BC39E1}"/>
              </a:ext>
            </a:extLst>
          </p:cNvPr>
          <p:cNvSpPr/>
          <p:nvPr/>
        </p:nvSpPr>
        <p:spPr>
          <a:xfrm>
            <a:off x="7299452" y="463768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3203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C08E5B-8037-BD05-4DD2-044A98E45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94" y="1439917"/>
            <a:ext cx="7960786" cy="4792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77EF3F0-F2DE-50A7-0F0F-8596054D8653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E96DA3-B143-021C-E082-88216AA3DCF0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교수목록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3DE8B6A-7B6D-DF16-AB79-594C0BD15211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03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19D717-9831-303C-4C1C-747165EE6750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교수목록페이지에서 검색하고 삭제하는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1" name="타원 10">
            <a:extLst>
              <a:ext uri="{FF2B5EF4-FFF2-40B4-BE49-F238E27FC236}">
                <a16:creationId xmlns:a16="http://schemas.microsoft.com/office/drawing/2014/main" id="{79342FC0-6BEF-BD41-74B8-2A5AA80C0A0A}"/>
              </a:ext>
            </a:extLst>
          </p:cNvPr>
          <p:cNvSpPr/>
          <p:nvPr/>
        </p:nvSpPr>
        <p:spPr>
          <a:xfrm>
            <a:off x="3095314" y="326083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354B8C3-28C0-3930-8637-89FDA291407A}"/>
              </a:ext>
            </a:extLst>
          </p:cNvPr>
          <p:cNvSpPr/>
          <p:nvPr/>
        </p:nvSpPr>
        <p:spPr>
          <a:xfrm>
            <a:off x="7089246" y="326083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453DD72-6767-BE9E-0884-8FD6D9993508}"/>
              </a:ext>
            </a:extLst>
          </p:cNvPr>
          <p:cNvSpPr/>
          <p:nvPr/>
        </p:nvSpPr>
        <p:spPr>
          <a:xfrm>
            <a:off x="6269438" y="400181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05FE66A-21F1-66E4-E2DD-1566FD37126F}"/>
              </a:ext>
            </a:extLst>
          </p:cNvPr>
          <p:cNvSpPr/>
          <p:nvPr/>
        </p:nvSpPr>
        <p:spPr>
          <a:xfrm>
            <a:off x="7551700" y="398079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4AD999E-2229-B907-28F5-E217880D7A22}"/>
              </a:ext>
            </a:extLst>
          </p:cNvPr>
          <p:cNvGrpSpPr/>
          <p:nvPr/>
        </p:nvGrpSpPr>
        <p:grpSpPr>
          <a:xfrm>
            <a:off x="8519608" y="2238702"/>
            <a:ext cx="3478906" cy="507831"/>
            <a:chOff x="4309260" y="1723696"/>
            <a:chExt cx="3478906" cy="5078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DA0D0A-D876-5C2E-1106-08929D2AAC2E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검색어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교수이름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교수학과로 검색한다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9497C0C-8C84-9CF7-2B14-0DBE7ADEA6ED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BE295EB-B752-1FD2-6513-6C4B3F963107}"/>
              </a:ext>
            </a:extLst>
          </p:cNvPr>
          <p:cNvGrpSpPr/>
          <p:nvPr/>
        </p:nvGrpSpPr>
        <p:grpSpPr>
          <a:xfrm>
            <a:off x="8519608" y="3095295"/>
            <a:ext cx="3478906" cy="507831"/>
            <a:chOff x="4309260" y="1723696"/>
            <a:chExt cx="3478906" cy="5078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DB3ECE-8C67-0FEB-6B87-DFC8EC9C9099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교수등록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교수등록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7DD858B-7AEE-8B6D-AD49-BEE39DBE2775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5975287-4DD2-E1FA-AF05-2E5F958BB258}"/>
              </a:ext>
            </a:extLst>
          </p:cNvPr>
          <p:cNvGrpSpPr/>
          <p:nvPr/>
        </p:nvGrpSpPr>
        <p:grpSpPr>
          <a:xfrm>
            <a:off x="8519608" y="3983420"/>
            <a:ext cx="3478906" cy="507831"/>
            <a:chOff x="4309260" y="1723696"/>
            <a:chExt cx="3478906" cy="5078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5985AB-313A-B9EE-79A3-A00C22596E1E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아이콘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관련 데이터가 없는 경우 삭제한다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EB471EB-3A2D-20C4-2562-5330815A0810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6149D9A-2819-94A5-56F6-71480DED53B1}"/>
              </a:ext>
            </a:extLst>
          </p:cNvPr>
          <p:cNvGrpSpPr/>
          <p:nvPr/>
        </p:nvGrpSpPr>
        <p:grpSpPr>
          <a:xfrm>
            <a:off x="8519608" y="4892565"/>
            <a:ext cx="3459960" cy="507831"/>
            <a:chOff x="8602732" y="4892565"/>
            <a:chExt cx="3459960" cy="50783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20422A-EEEA-5041-94EC-A427A414DA9E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 아이콘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교수수정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696141F-1EB0-24FD-A1A9-941C29CF8006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0C86D117-B59F-63A0-3D56-ACEE34DDF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6" t="4796" r="2298" b="5782"/>
          <a:stretch>
            <a:fillRect/>
          </a:stretch>
        </p:blipFill>
        <p:spPr>
          <a:xfrm>
            <a:off x="3223487" y="4061448"/>
            <a:ext cx="2364511" cy="1124785"/>
          </a:xfrm>
          <a:prstGeom prst="roundRect">
            <a:avLst>
              <a:gd name="adj" fmla="val 3682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F1F0163E-5CD9-C566-1B5E-0F8612753DB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60283" y="4141078"/>
            <a:ext cx="935412" cy="861838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57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2E7C98-809F-0090-E802-D3C2F032D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64" y="1487055"/>
            <a:ext cx="5555908" cy="4682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3D1151-6C84-77CB-4C08-7C0B1A8DD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232" y="1496290"/>
            <a:ext cx="5461444" cy="4636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D22E2341-505C-BF65-9E01-01902AE3F6EF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4BD341-FAEB-F88E-B958-455B91B8C2D2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교수등록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교수수정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A8A3ADC-AEBD-1C6B-99FB-6720BFADD0BF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04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FB34AC-871F-CFA7-DDFC-9D5599C426B6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교수정보를 등록하고 교수정보를 수정하는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16BCBDC-88D1-FA14-6EAC-507FDDB2382C}"/>
              </a:ext>
            </a:extLst>
          </p:cNvPr>
          <p:cNvGrpSpPr/>
          <p:nvPr/>
        </p:nvGrpSpPr>
        <p:grpSpPr>
          <a:xfrm>
            <a:off x="2349717" y="3014557"/>
            <a:ext cx="3478906" cy="507831"/>
            <a:chOff x="4309260" y="1723696"/>
            <a:chExt cx="3478906" cy="5078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157636-2BEE-7E87-30EF-CAEF3C5C1986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교수번호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MAX(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교수번호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)+ 1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의 값이 자동으로 등록된다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3DECEEC-5276-B299-8327-951F079517DC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04A69C8-EA2E-CBB2-E9CE-3EC59ECDAD73}"/>
              </a:ext>
            </a:extLst>
          </p:cNvPr>
          <p:cNvGrpSpPr/>
          <p:nvPr/>
        </p:nvGrpSpPr>
        <p:grpSpPr>
          <a:xfrm>
            <a:off x="2576010" y="4044410"/>
            <a:ext cx="3478906" cy="507831"/>
            <a:chOff x="4309260" y="1723696"/>
            <a:chExt cx="3478906" cy="5078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785ED5-65D6-6976-5857-BE2DB3F61E3F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교수학과 선택상자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미리 등록된 학과명이 목록으로 출력된다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A876E51-E3A9-074D-5F23-9C06CF615092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C5D87B1-D39F-30CF-1635-7CAC78A9ABFF}"/>
              </a:ext>
            </a:extLst>
          </p:cNvPr>
          <p:cNvGrpSpPr/>
          <p:nvPr/>
        </p:nvGrpSpPr>
        <p:grpSpPr>
          <a:xfrm>
            <a:off x="8279465" y="4169102"/>
            <a:ext cx="3478906" cy="507831"/>
            <a:chOff x="4309260" y="1723696"/>
            <a:chExt cx="3478906" cy="5078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EB9CE3-DC2E-D95D-E5A0-D9A0E50B6C3B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교수직급 선택상자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미리 등록된 교수직급이 목록으로 출력된다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F21D73F-A926-D85C-2F29-40A7B654CC22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5A1BB2D-251B-C152-C2D6-4E12D9FD6A47}"/>
              </a:ext>
            </a:extLst>
          </p:cNvPr>
          <p:cNvGrpSpPr/>
          <p:nvPr/>
        </p:nvGrpSpPr>
        <p:grpSpPr>
          <a:xfrm>
            <a:off x="1564629" y="5342118"/>
            <a:ext cx="3986424" cy="507831"/>
            <a:chOff x="2294302" y="5813173"/>
            <a:chExt cx="3986424" cy="5078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CEE0F9-A7FB-9E6D-0C2D-D5DD5973809D}"/>
                </a:ext>
              </a:extLst>
            </p:cNvPr>
            <p:cNvSpPr txBox="1"/>
            <p:nvPr/>
          </p:nvSpPr>
          <p:spPr>
            <a:xfrm>
              <a:off x="2578081" y="5813173"/>
              <a:ext cx="370264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취소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교수정보를 등록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 전에는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Disabled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상태이다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14D1B09-48EC-CF24-D618-E9492050477D}"/>
                </a:ext>
              </a:extLst>
            </p:cNvPr>
            <p:cNvSpPr/>
            <p:nvPr/>
          </p:nvSpPr>
          <p:spPr>
            <a:xfrm>
              <a:off x="2294302" y="5828936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4609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6416D86E-2C0A-F4C6-3647-EAFF48951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1" y="1366981"/>
            <a:ext cx="8067964" cy="4890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D6DFCE20-9950-FC7C-DCE1-C11492DBB6EB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F957DD-3EF1-3A53-951F-6ABB5D0CA2FF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학생목록</a:t>
              </a: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9A5837CA-87F4-3389-94F5-3875E8495855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05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614DA69-1BCA-6996-57CC-2E098559A9BE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학생목록페이지에서 검색하고 삭제하는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B3C48E8-E836-055E-85E0-D16E43A57BD4}"/>
              </a:ext>
            </a:extLst>
          </p:cNvPr>
          <p:cNvGrpSpPr/>
          <p:nvPr/>
        </p:nvGrpSpPr>
        <p:grpSpPr>
          <a:xfrm>
            <a:off x="8519608" y="2238702"/>
            <a:ext cx="3478906" cy="507831"/>
            <a:chOff x="4309260" y="1723696"/>
            <a:chExt cx="3478906" cy="5078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460FFA-A884-A91C-E619-765E0A6103B8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검색어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학생이름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학생학과로 검색한다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F92D9CD-BB05-A763-C649-B8EE6B112596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9FCF0D9-C29D-ED5C-4982-F006336E3512}"/>
              </a:ext>
            </a:extLst>
          </p:cNvPr>
          <p:cNvGrpSpPr/>
          <p:nvPr/>
        </p:nvGrpSpPr>
        <p:grpSpPr>
          <a:xfrm>
            <a:off x="8519608" y="3095295"/>
            <a:ext cx="3478906" cy="507831"/>
            <a:chOff x="4309260" y="1723696"/>
            <a:chExt cx="3478906" cy="50783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602F73-B0C7-5472-1092-1E316FFFEFC5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학생등록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학생등록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DC40FC0-8242-8BF4-C150-2EA34798BA50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2B905E4-4F10-65EA-E13D-92400B01DDE5}"/>
              </a:ext>
            </a:extLst>
          </p:cNvPr>
          <p:cNvGrpSpPr/>
          <p:nvPr/>
        </p:nvGrpSpPr>
        <p:grpSpPr>
          <a:xfrm>
            <a:off x="8519608" y="3983420"/>
            <a:ext cx="3478906" cy="507831"/>
            <a:chOff x="4309260" y="1723696"/>
            <a:chExt cx="3478906" cy="50783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0D2F92-91D2-9175-C50D-95DBB93B3EDF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아이콘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관련 데이터가 없는 경우 삭제한다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02BD6A-8E3B-1D07-44E2-42A32C52963D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02FCC46-2738-A1A0-7ECE-CBD10588DF4F}"/>
              </a:ext>
            </a:extLst>
          </p:cNvPr>
          <p:cNvGrpSpPr/>
          <p:nvPr/>
        </p:nvGrpSpPr>
        <p:grpSpPr>
          <a:xfrm>
            <a:off x="8519608" y="4892565"/>
            <a:ext cx="3459960" cy="507831"/>
            <a:chOff x="8602732" y="4892565"/>
            <a:chExt cx="3459960" cy="50783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EA4A73-5BD7-F3A6-8BF5-ECCD61BC4B0E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 아이콘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교수수정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8F11DF8-ECF3-E5D2-4629-D04FC87B3872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10272E05-E26A-DF1A-C84E-39DB2A5366B1}"/>
              </a:ext>
            </a:extLst>
          </p:cNvPr>
          <p:cNvSpPr/>
          <p:nvPr/>
        </p:nvSpPr>
        <p:spPr>
          <a:xfrm>
            <a:off x="3095314" y="326083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7EA97ED-77C0-74E1-F239-534095C48F66}"/>
              </a:ext>
            </a:extLst>
          </p:cNvPr>
          <p:cNvSpPr/>
          <p:nvPr/>
        </p:nvSpPr>
        <p:spPr>
          <a:xfrm>
            <a:off x="7131286" y="328185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D1D6DA5-AB6F-3423-FE8D-1A39E82221B0}"/>
              </a:ext>
            </a:extLst>
          </p:cNvPr>
          <p:cNvSpPr/>
          <p:nvPr/>
        </p:nvSpPr>
        <p:spPr>
          <a:xfrm>
            <a:off x="6385369" y="402538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59BAB853-3433-3EA2-FBE3-3E0D16E30C79}"/>
              </a:ext>
            </a:extLst>
          </p:cNvPr>
          <p:cNvSpPr/>
          <p:nvPr/>
        </p:nvSpPr>
        <p:spPr>
          <a:xfrm>
            <a:off x="7266964" y="564270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76AE349A-C23D-CBCC-019B-5C010987C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9" t="2055" r="1395" b="4601"/>
          <a:stretch>
            <a:fillRect/>
          </a:stretch>
        </p:blipFill>
        <p:spPr>
          <a:xfrm>
            <a:off x="3361719" y="4130249"/>
            <a:ext cx="2280744" cy="1120644"/>
          </a:xfrm>
          <a:prstGeom prst="roundRect">
            <a:avLst>
              <a:gd name="adj" fmla="val 3824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FD40DF11-7810-45BE-613F-8F23D440E37D}"/>
              </a:ext>
            </a:extLst>
          </p:cNvPr>
          <p:cNvCxnSpPr>
            <a:cxnSpLocks/>
            <a:stCxn id="46" idx="2"/>
          </p:cNvCxnSpPr>
          <p:nvPr/>
        </p:nvCxnSpPr>
        <p:spPr>
          <a:xfrm rot="10800000">
            <a:off x="5318234" y="5044967"/>
            <a:ext cx="1948730" cy="765901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61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5415FD-12FD-81F2-197C-3B36A5DBE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291" y="1427207"/>
            <a:ext cx="5788747" cy="4725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B575A0-3F05-D2B4-C23D-C2C90C122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84" y="1405249"/>
            <a:ext cx="5465420" cy="4773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8797D16F-C0C8-1868-9BBD-6C01EC5C564E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918A10-69C9-22E4-DE85-14A327CD0E69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학생등록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학생수정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C82EA2F-F7CD-9EA0-7B14-D3DA0867096D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06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5364C8-B3B6-55D1-ED0D-4840E4C92478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학생정보를 등록하고 학생정보를 수정하는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CFB4D29-32F3-7214-9BFB-D416E0DF79AC}"/>
              </a:ext>
            </a:extLst>
          </p:cNvPr>
          <p:cNvGrpSpPr/>
          <p:nvPr/>
        </p:nvGrpSpPr>
        <p:grpSpPr>
          <a:xfrm>
            <a:off x="2460554" y="2783648"/>
            <a:ext cx="3478906" cy="507831"/>
            <a:chOff x="4309260" y="1723696"/>
            <a:chExt cx="3478906" cy="5078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E3C519-1F46-605E-0BCA-84512345E1AD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학생번호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MAX(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학생번호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)+ 1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의 값이 자동으로 등록된다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6B66B09-4ABD-8362-AE11-D260E096D46F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A4E2356-4681-4CC4-4039-300B0972A277}"/>
              </a:ext>
            </a:extLst>
          </p:cNvPr>
          <p:cNvGrpSpPr/>
          <p:nvPr/>
        </p:nvGrpSpPr>
        <p:grpSpPr>
          <a:xfrm>
            <a:off x="2455937" y="3573355"/>
            <a:ext cx="3478906" cy="507831"/>
            <a:chOff x="4309260" y="1723696"/>
            <a:chExt cx="3478906" cy="5078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F6CEEF-429D-9B38-6073-643954FF8362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학생학과 선택상자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미리 등록된 학과명이 목록으로 출력된다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BF990C0-A85A-F235-1932-1477BA7D3A5E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02566C0-8436-BE18-172B-F69C555F617D}"/>
              </a:ext>
            </a:extLst>
          </p:cNvPr>
          <p:cNvGrpSpPr/>
          <p:nvPr/>
        </p:nvGrpSpPr>
        <p:grpSpPr>
          <a:xfrm>
            <a:off x="8251750" y="4418484"/>
            <a:ext cx="3764752" cy="507831"/>
            <a:chOff x="8279465" y="4169102"/>
            <a:chExt cx="3764752" cy="5078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F732EF-3246-1A80-5BE8-D2A4872CCD30}"/>
                </a:ext>
              </a:extLst>
            </p:cNvPr>
            <p:cNvSpPr txBox="1"/>
            <p:nvPr/>
          </p:nvSpPr>
          <p:spPr>
            <a:xfrm>
              <a:off x="8563244" y="4169102"/>
              <a:ext cx="348097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지도교수번호 선택상자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교수테이블의 교수번호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교수이름 목록이 출력된다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D9AB863-2962-1D6C-1088-8D6DDA885610}"/>
                </a:ext>
              </a:extLst>
            </p:cNvPr>
            <p:cNvSpPr/>
            <p:nvPr/>
          </p:nvSpPr>
          <p:spPr>
            <a:xfrm>
              <a:off x="8279465" y="4184865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7A7535F-2873-624B-92AE-06F88BFD1F03}"/>
              </a:ext>
            </a:extLst>
          </p:cNvPr>
          <p:cNvGrpSpPr/>
          <p:nvPr/>
        </p:nvGrpSpPr>
        <p:grpSpPr>
          <a:xfrm>
            <a:off x="1490738" y="5305171"/>
            <a:ext cx="3986424" cy="507831"/>
            <a:chOff x="2294302" y="5813173"/>
            <a:chExt cx="3986424" cy="5078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4BB338-ACDD-6C64-29AF-E88D1516603F}"/>
                </a:ext>
              </a:extLst>
            </p:cNvPr>
            <p:cNvSpPr txBox="1"/>
            <p:nvPr/>
          </p:nvSpPr>
          <p:spPr>
            <a:xfrm>
              <a:off x="2578081" y="5813173"/>
              <a:ext cx="370264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취소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학생정보를 등록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 전에는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Disabled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상태이다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FBEEB11-35CF-6FBC-8D0F-CC3320B08F85}"/>
                </a:ext>
              </a:extLst>
            </p:cNvPr>
            <p:cNvSpPr/>
            <p:nvPr/>
          </p:nvSpPr>
          <p:spPr>
            <a:xfrm>
              <a:off x="2294302" y="5828936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67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C4E031-0F5A-2EDB-15F9-32DD3637D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67" y="1560945"/>
            <a:ext cx="8006625" cy="4812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4622410-398E-2580-6D9F-1208E3DED755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24FC0F-6C33-907E-E119-4B54FDB782F0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강좌목록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375B02C-1055-BAC9-47DE-79A13E7FCC56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07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842D09-E340-E82C-C5E7-E731A7516519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강자목록페이지에서 검색하고 삭제하는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BE359A5E-A799-7D75-244F-DA11D7C7C2E7}"/>
              </a:ext>
            </a:extLst>
          </p:cNvPr>
          <p:cNvSpPr/>
          <p:nvPr/>
        </p:nvSpPr>
        <p:spPr>
          <a:xfrm>
            <a:off x="3067604" y="34290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0BA7AE0-B6B9-DDD7-F2A8-3923C7260930}"/>
              </a:ext>
            </a:extLst>
          </p:cNvPr>
          <p:cNvSpPr/>
          <p:nvPr/>
        </p:nvSpPr>
        <p:spPr>
          <a:xfrm>
            <a:off x="7089246" y="34290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2D18EFF-20CA-4AF0-1896-C7568983D413}"/>
              </a:ext>
            </a:extLst>
          </p:cNvPr>
          <p:cNvSpPr/>
          <p:nvPr/>
        </p:nvSpPr>
        <p:spPr>
          <a:xfrm>
            <a:off x="6380275" y="411933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B475178-8253-5DCC-9D13-81F3B30113AC}"/>
              </a:ext>
            </a:extLst>
          </p:cNvPr>
          <p:cNvSpPr/>
          <p:nvPr/>
        </p:nvSpPr>
        <p:spPr>
          <a:xfrm>
            <a:off x="7234161" y="576946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80E6480-E58D-D786-AD0C-29CD4BC657B5}"/>
              </a:ext>
            </a:extLst>
          </p:cNvPr>
          <p:cNvGrpSpPr/>
          <p:nvPr/>
        </p:nvGrpSpPr>
        <p:grpSpPr>
          <a:xfrm>
            <a:off x="8519608" y="2238702"/>
            <a:ext cx="3478906" cy="507831"/>
            <a:chOff x="4309260" y="1723696"/>
            <a:chExt cx="3478906" cy="5078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C87DBA-C74A-D2B3-F6CC-FD84A88F4186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검색어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강좌이름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담당교수번호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이름으로 검색한다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5243E98-842B-22E5-774C-F111A1224BAF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16555EE-C842-F583-818E-57D5AD78182B}"/>
              </a:ext>
            </a:extLst>
          </p:cNvPr>
          <p:cNvGrpSpPr/>
          <p:nvPr/>
        </p:nvGrpSpPr>
        <p:grpSpPr>
          <a:xfrm>
            <a:off x="8519608" y="3095295"/>
            <a:ext cx="3478906" cy="507831"/>
            <a:chOff x="4309260" y="1723696"/>
            <a:chExt cx="3478906" cy="5078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DF16B9B-CF94-8816-C32F-96F1AB18405C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강좌등록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강좌등록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8B262E9-1A1D-DA51-F0D9-8F5F0EDED2A2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8936F91-AE3F-92A0-487F-E544D3F2BF03}"/>
              </a:ext>
            </a:extLst>
          </p:cNvPr>
          <p:cNvGrpSpPr/>
          <p:nvPr/>
        </p:nvGrpSpPr>
        <p:grpSpPr>
          <a:xfrm>
            <a:off x="8519608" y="3983420"/>
            <a:ext cx="3478906" cy="507831"/>
            <a:chOff x="4309260" y="1723696"/>
            <a:chExt cx="3478906" cy="5078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4E1A3D-D85C-D011-D52D-C39369FB4C7E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아이콘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관련 데이터가 없는 경우 삭제한다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70AF9A5-1416-5122-E649-2F78C3D11B67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086B7C1-B55A-156E-71B7-24239BEE42BD}"/>
              </a:ext>
            </a:extLst>
          </p:cNvPr>
          <p:cNvGrpSpPr/>
          <p:nvPr/>
        </p:nvGrpSpPr>
        <p:grpSpPr>
          <a:xfrm>
            <a:off x="8519608" y="4892565"/>
            <a:ext cx="3459960" cy="507831"/>
            <a:chOff x="8602732" y="4892565"/>
            <a:chExt cx="3459960" cy="5078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792E4E3-BE02-4E1F-C280-A7344C6A9B10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 아이콘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강좌수정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B02B6F6-2944-4442-5E23-A4037C7AB6B9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9C9C71BC-6B85-C9F9-7351-648ACE2F17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" r="3494" b="4071"/>
          <a:stretch>
            <a:fillRect/>
          </a:stretch>
        </p:blipFill>
        <p:spPr>
          <a:xfrm>
            <a:off x="3359487" y="4329943"/>
            <a:ext cx="2242526" cy="1096709"/>
          </a:xfrm>
          <a:prstGeom prst="roundRect">
            <a:avLst>
              <a:gd name="adj" fmla="val 7403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B2EF7550-541D-341E-2696-82A2722C2195}"/>
              </a:ext>
            </a:extLst>
          </p:cNvPr>
          <p:cNvCxnSpPr>
            <a:cxnSpLocks/>
          </p:cNvCxnSpPr>
          <p:nvPr/>
        </p:nvCxnSpPr>
        <p:spPr>
          <a:xfrm rot="10800000">
            <a:off x="5339254" y="5160577"/>
            <a:ext cx="1948730" cy="765901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42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5CF9A2-2B2F-47AD-AFE1-A51D238AE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217" y="1355834"/>
            <a:ext cx="5309859" cy="5196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93351C-5F18-09B1-E1B0-69F51D204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85" y="1334813"/>
            <a:ext cx="5215777" cy="5199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33E8DB6B-99ED-6599-063B-DBB74C787C89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9A2073-C5F9-0DF0-D581-BEA8D8A16485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강좌등록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강좌수정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8234DCA8-4F70-0A31-89FD-D3313F609458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08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29BBA8-5C34-939C-A74E-2A9730B90053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강좌정보를 등록하고 강좌정보를 수정하는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073D5F-BD35-8809-0090-346EDA8984D2}"/>
              </a:ext>
            </a:extLst>
          </p:cNvPr>
          <p:cNvGrpSpPr/>
          <p:nvPr/>
        </p:nvGrpSpPr>
        <p:grpSpPr>
          <a:xfrm>
            <a:off x="2460554" y="2783648"/>
            <a:ext cx="3478906" cy="507831"/>
            <a:chOff x="4309260" y="1723696"/>
            <a:chExt cx="3478906" cy="5078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1F1B37-0521-101D-8348-8FCE60B626D0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강좌번호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MAX(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강좌번호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)+ 1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의 값이 자동으로 등록된다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0226994-2AAD-E6C5-335C-0CFF7F00EAE4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54A959F-A28D-131E-FD9D-B25EBF2B5AC8}"/>
              </a:ext>
            </a:extLst>
          </p:cNvPr>
          <p:cNvGrpSpPr/>
          <p:nvPr/>
        </p:nvGrpSpPr>
        <p:grpSpPr>
          <a:xfrm>
            <a:off x="8251750" y="4418484"/>
            <a:ext cx="3764752" cy="507831"/>
            <a:chOff x="8279465" y="4169102"/>
            <a:chExt cx="3764752" cy="5078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3B01A13-D259-4A16-5513-0DA8F8EEB6C0}"/>
                </a:ext>
              </a:extLst>
            </p:cNvPr>
            <p:cNvSpPr txBox="1"/>
            <p:nvPr/>
          </p:nvSpPr>
          <p:spPr>
            <a:xfrm>
              <a:off x="8563244" y="4169102"/>
              <a:ext cx="3480973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담당교수번호 선택상자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교수테이블의 교수번호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교수이름 목록이 출력된다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4CD07EA3-B013-DCEE-5911-FCD4CA4BD8EA}"/>
                </a:ext>
              </a:extLst>
            </p:cNvPr>
            <p:cNvSpPr/>
            <p:nvPr/>
          </p:nvSpPr>
          <p:spPr>
            <a:xfrm>
              <a:off x="8279465" y="4184865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228284C-71A3-DD93-7A13-C181FAFF6BCD}"/>
              </a:ext>
            </a:extLst>
          </p:cNvPr>
          <p:cNvGrpSpPr/>
          <p:nvPr/>
        </p:nvGrpSpPr>
        <p:grpSpPr>
          <a:xfrm>
            <a:off x="1480228" y="5630992"/>
            <a:ext cx="3986424" cy="507831"/>
            <a:chOff x="2294302" y="5813173"/>
            <a:chExt cx="3986424" cy="5078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A946651-0B4F-78DB-6E6D-99689C369718}"/>
                </a:ext>
              </a:extLst>
            </p:cNvPr>
            <p:cNvSpPr txBox="1"/>
            <p:nvPr/>
          </p:nvSpPr>
          <p:spPr>
            <a:xfrm>
              <a:off x="2578081" y="5813173"/>
              <a:ext cx="3702645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취소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학생정보를 등록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 전에는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Disabled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상태이다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AF0ABDC-A17D-D8DD-8B44-86C99C5CC10F}"/>
                </a:ext>
              </a:extLst>
            </p:cNvPr>
            <p:cNvSpPr/>
            <p:nvPr/>
          </p:nvSpPr>
          <p:spPr>
            <a:xfrm>
              <a:off x="2294302" y="5828936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5125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7CDEB0B-1484-E526-26F0-1BA07AEE8E2E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CFD520-4C64-1B42-7E7B-354C36490EC5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관리자모드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수강신청관리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1FA36B1-783C-ACEC-00DB-54E8EBAEF84C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09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20A4BA-2AC8-120A-246B-64AD7F3DEB39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관리자로 로그인하여 수강신청 정보를 검색하고 취소하는 기능을 구현한다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A6446D92-9E0C-969C-77D5-25D919BF5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38" y="1468582"/>
            <a:ext cx="7897401" cy="4802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0ED74979-D799-4F5C-67E6-F08ED08676C6}"/>
              </a:ext>
            </a:extLst>
          </p:cNvPr>
          <p:cNvSpPr/>
          <p:nvPr/>
        </p:nvSpPr>
        <p:spPr>
          <a:xfrm>
            <a:off x="2871729" y="3348182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B9EC0EA-F2F3-028A-F18D-3DCDE1E29A85}"/>
              </a:ext>
            </a:extLst>
          </p:cNvPr>
          <p:cNvSpPr/>
          <p:nvPr/>
        </p:nvSpPr>
        <p:spPr>
          <a:xfrm>
            <a:off x="410238" y="371301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72D108F-8A78-782D-2B88-09E345DE60CC}"/>
              </a:ext>
            </a:extLst>
          </p:cNvPr>
          <p:cNvSpPr/>
          <p:nvPr/>
        </p:nvSpPr>
        <p:spPr>
          <a:xfrm>
            <a:off x="6935729" y="332970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603CA8-0601-14B1-E30D-0BF43A76EAAF}"/>
              </a:ext>
            </a:extLst>
          </p:cNvPr>
          <p:cNvGrpSpPr/>
          <p:nvPr/>
        </p:nvGrpSpPr>
        <p:grpSpPr>
          <a:xfrm>
            <a:off x="8519608" y="2238702"/>
            <a:ext cx="3478906" cy="507831"/>
            <a:chOff x="4309260" y="1723696"/>
            <a:chExt cx="3478906" cy="5078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0A6399E-E144-0212-0258-E6204DE87169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검색어 입력상자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강좌이름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학생번호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학생이름으로 검색한다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534306A-546A-095E-29BA-99C6A4D0F3C5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DF09662-ACCB-9AB6-0B9D-94398BC1A9D2}"/>
              </a:ext>
            </a:extLst>
          </p:cNvPr>
          <p:cNvGrpSpPr/>
          <p:nvPr/>
        </p:nvGrpSpPr>
        <p:grpSpPr>
          <a:xfrm>
            <a:off x="8519608" y="3095295"/>
            <a:ext cx="3478906" cy="507831"/>
            <a:chOff x="4309260" y="1723696"/>
            <a:chExt cx="3478906" cy="50783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1ED587-BA27-230C-9CEB-0F7B9B13B55A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모두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부분 선택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수강 취소할 강좌들을 모두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부분 선택한다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B8C10EB-6620-2210-13A2-F24939E56EE4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A21E1F5-51AC-8973-8C07-BC4B3537FD8A}"/>
              </a:ext>
            </a:extLst>
          </p:cNvPr>
          <p:cNvGrpSpPr/>
          <p:nvPr/>
        </p:nvGrpSpPr>
        <p:grpSpPr>
          <a:xfrm>
            <a:off x="8519608" y="3983420"/>
            <a:ext cx="3478906" cy="507831"/>
            <a:chOff x="4309260" y="1723696"/>
            <a:chExt cx="3478906" cy="5078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B015606-9EFF-4FB1-F08A-BBBD656C9F3D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선택 수강취소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선택한 강좌들을 한꺼번에 수강 취소를 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0596DAE-E4C3-6686-981C-064CE470D838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F6CA397-95D7-3F31-CEBA-D64AEB2BED8B}"/>
              </a:ext>
            </a:extLst>
          </p:cNvPr>
          <p:cNvGrpSpPr/>
          <p:nvPr/>
        </p:nvGrpSpPr>
        <p:grpSpPr>
          <a:xfrm>
            <a:off x="8519608" y="4892565"/>
            <a:ext cx="3459960" cy="507831"/>
            <a:chOff x="8602732" y="4892565"/>
            <a:chExt cx="3459960" cy="5078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236389-9EC5-1E96-097C-D93CD1C9B3AC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개별 수강취소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버튼 클릭 시 해당 강좌를 수강취소를 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0524F11-7E15-EFDA-4F2E-BD1B5E7EB8C1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8EA21218-2261-3B45-9F7C-B09CA3FF57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2" t="2729" r="1905" b="2543"/>
          <a:stretch>
            <a:fillRect/>
          </a:stretch>
        </p:blipFill>
        <p:spPr>
          <a:xfrm>
            <a:off x="3064020" y="4100947"/>
            <a:ext cx="2440853" cy="1234955"/>
          </a:xfrm>
          <a:prstGeom prst="roundRect">
            <a:avLst>
              <a:gd name="adj" fmla="val 7069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577E8F5B-87E2-7CBA-539E-A9B9FF7481E9}"/>
              </a:ext>
            </a:extLst>
          </p:cNvPr>
          <p:cNvSpPr/>
          <p:nvPr/>
        </p:nvSpPr>
        <p:spPr>
          <a:xfrm>
            <a:off x="7725438" y="402705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BE6EF82F-8CCB-CE63-6526-EE0409ADE0D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28751" y="3497873"/>
            <a:ext cx="1627999" cy="1547087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26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6D3C95F8-7E5D-D095-A6FF-0A2BA23CD336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74C0BB-98FD-7DAD-7B2A-D261D1A04EBD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사용자 교수모드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–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담당강좌 목록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EFD9F8AC-D9B5-C765-1966-1852A518D7BC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10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2F67B3-1C4F-A190-9C53-C13CA9DF990A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사용자 교수로 로그인하면 교수정보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담당강좌 목록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지도학생 목록을 출력한다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715F3B4-DFC0-9BE2-84BE-579D8B0EF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64" y="1424539"/>
            <a:ext cx="8052355" cy="4716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3D901C16-BC8B-730F-DC43-48E8313D60A7}"/>
              </a:ext>
            </a:extLst>
          </p:cNvPr>
          <p:cNvSpPr/>
          <p:nvPr/>
        </p:nvSpPr>
        <p:spPr>
          <a:xfrm>
            <a:off x="5412799" y="34290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2E75DE-60ED-FF44-377E-77D9BD34C148}"/>
              </a:ext>
            </a:extLst>
          </p:cNvPr>
          <p:cNvSpPr/>
          <p:nvPr/>
        </p:nvSpPr>
        <p:spPr>
          <a:xfrm>
            <a:off x="138155" y="396419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E1ABF37-5BD7-B42F-B428-744DB8212FED}"/>
              </a:ext>
            </a:extLst>
          </p:cNvPr>
          <p:cNvSpPr/>
          <p:nvPr/>
        </p:nvSpPr>
        <p:spPr>
          <a:xfrm>
            <a:off x="3062630" y="466523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8D0EA0E-AB67-5B8E-D36F-F81B2B81D11F}"/>
              </a:ext>
            </a:extLst>
          </p:cNvPr>
          <p:cNvSpPr/>
          <p:nvPr/>
        </p:nvSpPr>
        <p:spPr>
          <a:xfrm>
            <a:off x="6699375" y="224769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E4B2BBD-CCAD-0F40-1EE0-CDA46943B602}"/>
              </a:ext>
            </a:extLst>
          </p:cNvPr>
          <p:cNvGrpSpPr/>
          <p:nvPr/>
        </p:nvGrpSpPr>
        <p:grpSpPr>
          <a:xfrm>
            <a:off x="8519608" y="2238702"/>
            <a:ext cx="3478906" cy="507831"/>
            <a:chOff x="4309260" y="1723696"/>
            <a:chExt cx="3478906" cy="5078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49D1C4-CC27-60D8-2138-349E09F4365B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교수이름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 아이디로 로그인하면 교수이름을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55D0D08-EB58-6394-C6C6-285337FFC387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6517BCD-CC2C-F9C2-77B1-BB479909ADF4}"/>
              </a:ext>
            </a:extLst>
          </p:cNvPr>
          <p:cNvGrpSpPr/>
          <p:nvPr/>
        </p:nvGrpSpPr>
        <p:grpSpPr>
          <a:xfrm>
            <a:off x="8519608" y="3095295"/>
            <a:ext cx="3478906" cy="507831"/>
            <a:chOff x="4309260" y="1723696"/>
            <a:chExt cx="3478906" cy="5078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F94BE02-9D54-68E4-C6AF-2F554B26393E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교수정보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교수의 모든 정보를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C14C0BA-68E2-EAD8-956B-C62D71BE2462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C1E4EB9-BE25-9D83-DDBF-E406A968CCD5}"/>
              </a:ext>
            </a:extLst>
          </p:cNvPr>
          <p:cNvGrpSpPr/>
          <p:nvPr/>
        </p:nvGrpSpPr>
        <p:grpSpPr>
          <a:xfrm>
            <a:off x="8519608" y="3983420"/>
            <a:ext cx="3478906" cy="507831"/>
            <a:chOff x="4309260" y="1723696"/>
            <a:chExt cx="3478906" cy="5078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1AE960-557C-1EE6-D308-D27CD53B919D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담당강좌 목론 탭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(TAP)</a:t>
              </a: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교수가 담당하는 강좌목록을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TAP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에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F63E551B-55B6-24FE-4E08-77670D9C55E1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FBD1A99-C926-8D6A-8747-3F6B94850ECA}"/>
              </a:ext>
            </a:extLst>
          </p:cNvPr>
          <p:cNvGrpSpPr/>
          <p:nvPr/>
        </p:nvGrpSpPr>
        <p:grpSpPr>
          <a:xfrm>
            <a:off x="8519608" y="4892565"/>
            <a:ext cx="3459960" cy="507831"/>
            <a:chOff x="8602732" y="4892565"/>
            <a:chExt cx="3459960" cy="5078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B59D56-BDCD-FB58-4737-47080A4B0C16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강좌이름 클릭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 강좌이름을 클릭하면 강좌정보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CA28D85-4FBD-A7A5-C6F3-CAA3D1EF59DF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8401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1FA4B1E-40EE-3B50-A8A6-765BD14D4C3F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1DB5BC-C208-6D9C-F351-A3E20B2D6493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사용자 교수모드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–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강좌점수 수정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E592C35-BF79-BF75-4E1D-E19D624F0FEF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11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8F7A6E-EAE4-CAC8-7AE3-45B941D67941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담당하는 강좌정보를 출력하고 수강신청한 학생목록에서 학생의 점수를 수정한다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82826E4-35A5-C8B2-BB8A-D61B13400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42" y="1333099"/>
            <a:ext cx="7994488" cy="4902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94B7F2EA-5163-864F-4328-AFAD8FD78FCF}"/>
              </a:ext>
            </a:extLst>
          </p:cNvPr>
          <p:cNvSpPr/>
          <p:nvPr/>
        </p:nvSpPr>
        <p:spPr>
          <a:xfrm>
            <a:off x="5849805" y="33520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FE958F1-5B95-C3AC-C542-6F2183C56282}"/>
              </a:ext>
            </a:extLst>
          </p:cNvPr>
          <p:cNvSpPr/>
          <p:nvPr/>
        </p:nvSpPr>
        <p:spPr>
          <a:xfrm>
            <a:off x="558456" y="4105369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D9D5E51-AF96-654C-E701-B9E40FC19253}"/>
              </a:ext>
            </a:extLst>
          </p:cNvPr>
          <p:cNvSpPr/>
          <p:nvPr/>
        </p:nvSpPr>
        <p:spPr>
          <a:xfrm>
            <a:off x="6957650" y="3795756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4A9820E-B71C-EF27-6D80-B6162A2410F7}"/>
              </a:ext>
            </a:extLst>
          </p:cNvPr>
          <p:cNvSpPr/>
          <p:nvPr/>
        </p:nvSpPr>
        <p:spPr>
          <a:xfrm>
            <a:off x="7102030" y="2813983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AEC3F2-D387-CB6D-4B1F-590BB9599462}"/>
              </a:ext>
            </a:extLst>
          </p:cNvPr>
          <p:cNvGrpSpPr/>
          <p:nvPr/>
        </p:nvGrpSpPr>
        <p:grpSpPr>
          <a:xfrm>
            <a:off x="8519608" y="2238702"/>
            <a:ext cx="3478906" cy="507831"/>
            <a:chOff x="4309260" y="1723696"/>
            <a:chExt cx="3478906" cy="5078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10DFF1-BA92-C7D2-9BC3-CEC8996B1914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강좌정보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교수가 담당하는 강좌정보를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9C65D39-7C22-E317-261B-68E55747E2F5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D61B133-0C81-A954-B6D5-5E1CA341E6A3}"/>
              </a:ext>
            </a:extLst>
          </p:cNvPr>
          <p:cNvGrpSpPr/>
          <p:nvPr/>
        </p:nvGrpSpPr>
        <p:grpSpPr>
          <a:xfrm>
            <a:off x="8519608" y="3095295"/>
            <a:ext cx="3478906" cy="507831"/>
            <a:chOff x="4309260" y="1723696"/>
            <a:chExt cx="3478906" cy="5078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914EB48-C1B1-F396-67A0-55F321B4B095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모두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부분 선택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수정할 학생의 점수를 모두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부분 선택한다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EE2FA14-20C1-2372-FB7C-B1579FA38649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ED6BAC5-329E-7F44-EE13-44C2CC977189}"/>
              </a:ext>
            </a:extLst>
          </p:cNvPr>
          <p:cNvGrpSpPr/>
          <p:nvPr/>
        </p:nvGrpSpPr>
        <p:grpSpPr>
          <a:xfrm>
            <a:off x="8519608" y="3983420"/>
            <a:ext cx="3478906" cy="507831"/>
            <a:chOff x="4309260" y="1723696"/>
            <a:chExt cx="3478906" cy="5078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3AE5B8-A8A4-38EF-C7BA-0CB8FD352DC2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선택 점수 수정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선택한 점수들을 한꺼번에 수정한다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AA92924-B0FB-95E9-F06C-8088D6960FC4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7171E53-0698-9DBA-FE38-1D4A3FE2B2C9}"/>
              </a:ext>
            </a:extLst>
          </p:cNvPr>
          <p:cNvGrpSpPr/>
          <p:nvPr/>
        </p:nvGrpSpPr>
        <p:grpSpPr>
          <a:xfrm>
            <a:off x="8519608" y="4892565"/>
            <a:ext cx="3459960" cy="507831"/>
            <a:chOff x="8602732" y="4892565"/>
            <a:chExt cx="3459960" cy="50783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B13F60F-CDA3-0AD4-4220-D7B3A20851DF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교수정보로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교수정보 페이지로 이동한다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8F5D0BE2-0EE4-60D8-BF6D-39E84CE1CA38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B328AA5E-4237-6D6C-B583-9246966F8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3" t="4495" r="1990" b="2413"/>
          <a:stretch>
            <a:fillRect/>
          </a:stretch>
        </p:blipFill>
        <p:spPr>
          <a:xfrm>
            <a:off x="3176338" y="4167739"/>
            <a:ext cx="2444816" cy="1224898"/>
          </a:xfrm>
          <a:prstGeom prst="roundRect">
            <a:avLst>
              <a:gd name="adj" fmla="val 597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B2B99C8D-EB16-D6A6-7CAB-20278FC920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49767" y="3972904"/>
            <a:ext cx="1639621" cy="1145633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59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2026AF-5BBA-216D-4872-DF4A966F3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13" y="1482290"/>
            <a:ext cx="8281182" cy="47067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88771C0-5AFF-1BAB-12DD-A6522A337B35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51FDCD-CDF4-2D5E-4604-2F864A2748B1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사용자 교수모드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–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지도학생 목록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2163B96-AF8F-23BE-509F-50B068426ECF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12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B3D722-8604-A988-816A-3F7E206D54B2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사용자 교수로 로그인하면 교수정보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담당강좌 목록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지도학생 목록을 출력한다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1219366A-D5B2-DF54-2E90-622A028D08CB}"/>
              </a:ext>
            </a:extLst>
          </p:cNvPr>
          <p:cNvSpPr/>
          <p:nvPr/>
        </p:nvSpPr>
        <p:spPr>
          <a:xfrm>
            <a:off x="5412799" y="3496375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3D79C2D-9C87-E998-8784-F2271DD50067}"/>
              </a:ext>
            </a:extLst>
          </p:cNvPr>
          <p:cNvSpPr/>
          <p:nvPr/>
        </p:nvSpPr>
        <p:spPr>
          <a:xfrm>
            <a:off x="1832202" y="40027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12221C4-B383-F538-658B-9B67CA77B223}"/>
              </a:ext>
            </a:extLst>
          </p:cNvPr>
          <p:cNvSpPr/>
          <p:nvPr/>
        </p:nvSpPr>
        <p:spPr>
          <a:xfrm>
            <a:off x="3370638" y="4742241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B5D2833-B232-FB49-513B-C32305B97195}"/>
              </a:ext>
            </a:extLst>
          </p:cNvPr>
          <p:cNvSpPr/>
          <p:nvPr/>
        </p:nvSpPr>
        <p:spPr>
          <a:xfrm>
            <a:off x="6795628" y="228619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F2EFF6-5D5D-4B03-32A0-8620C5185AB5}"/>
              </a:ext>
            </a:extLst>
          </p:cNvPr>
          <p:cNvGrpSpPr/>
          <p:nvPr/>
        </p:nvGrpSpPr>
        <p:grpSpPr>
          <a:xfrm>
            <a:off x="8712114" y="2238702"/>
            <a:ext cx="3478906" cy="507831"/>
            <a:chOff x="4309260" y="1723696"/>
            <a:chExt cx="3478906" cy="5078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D4366E-EDC5-EFF1-5ECB-4A502EAB50E4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교수이름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 아이디로 로그인하면 교수이름을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EFB8CA1-F5D8-EB3A-1DE3-72174E9B54E7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D11BEAA-3921-0A86-FA97-26CCE41F88F8}"/>
              </a:ext>
            </a:extLst>
          </p:cNvPr>
          <p:cNvGrpSpPr/>
          <p:nvPr/>
        </p:nvGrpSpPr>
        <p:grpSpPr>
          <a:xfrm>
            <a:off x="8712114" y="3095295"/>
            <a:ext cx="3478906" cy="507831"/>
            <a:chOff x="4309260" y="1723696"/>
            <a:chExt cx="3478906" cy="5078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985244-13B2-4991-18F9-52EDD5C30A09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교수정보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교수의 모든 정보를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F9E4932-57D6-089D-DD19-762223C7B901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4149EBB-09E4-C425-4517-AE6BB567C546}"/>
              </a:ext>
            </a:extLst>
          </p:cNvPr>
          <p:cNvGrpSpPr/>
          <p:nvPr/>
        </p:nvGrpSpPr>
        <p:grpSpPr>
          <a:xfrm>
            <a:off x="8712114" y="3983420"/>
            <a:ext cx="3478906" cy="507831"/>
            <a:chOff x="4309260" y="1723696"/>
            <a:chExt cx="3478906" cy="5078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D54C03-6F78-717C-9575-04E28FB8BD6D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지도학생 목론 탭</a:t>
              </a:r>
              <a:r>
                <a:rPr lang="en-US" altLang="ko-KR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(TAP)</a:t>
              </a: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교수가 담당하는 학생목록을 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TAP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에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871C05F3-9B21-80AD-96CA-15ED19A39A82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D29283-8D34-2F20-4D5E-C8B15E9C6DD0}"/>
              </a:ext>
            </a:extLst>
          </p:cNvPr>
          <p:cNvGrpSpPr/>
          <p:nvPr/>
        </p:nvGrpSpPr>
        <p:grpSpPr>
          <a:xfrm>
            <a:off x="8712114" y="4892565"/>
            <a:ext cx="3459960" cy="507831"/>
            <a:chOff x="8602732" y="4892565"/>
            <a:chExt cx="3459960" cy="5078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C10049-30C3-AE5E-8B63-B838E68F4217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학생이름 클릭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 학생이름을 클릭하면 학생정보를 </a:t>
              </a:r>
              <a:r>
                <a:rPr lang="ko-KR" altLang="en-US" sz="10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모달로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157C59D-6C0D-289D-486C-CB97CEF861D9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5673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5F816F-D187-09B5-B928-1C608A98D20B}"/>
              </a:ext>
            </a:extLst>
          </p:cNvPr>
          <p:cNvGrpSpPr/>
          <p:nvPr/>
        </p:nvGrpSpPr>
        <p:grpSpPr>
          <a:xfrm>
            <a:off x="378372" y="342388"/>
            <a:ext cx="7420304" cy="794271"/>
            <a:chOff x="378372" y="342388"/>
            <a:chExt cx="7420304" cy="7942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F9F3A1-DC00-A464-16CF-C230E37C2490}"/>
                </a:ext>
              </a:extLst>
            </p:cNvPr>
            <p:cNvSpPr txBox="1"/>
            <p:nvPr/>
          </p:nvSpPr>
          <p:spPr>
            <a:xfrm>
              <a:off x="1070146" y="34238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사용자 교수모드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–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지도학생 정보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589A9390-45FC-C922-7A70-2B37FF1BA731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</a:rPr>
                <a:t>13</a:t>
              </a:r>
              <a:endParaRPr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3E68B8-85A2-BEB0-6779-EBF5BD3D4937}"/>
                </a:ext>
              </a:extLst>
            </p:cNvPr>
            <p:cNvSpPr txBox="1"/>
            <p:nvPr/>
          </p:nvSpPr>
          <p:spPr>
            <a:xfrm>
              <a:off x="1070146" y="828882"/>
              <a:ext cx="67285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지도학생 목록의 학생이름을 클릭하면  해당 학생의 정보를 </a:t>
              </a:r>
              <a:r>
                <a:rPr lang="ko-KR" altLang="en-US" sz="14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모달창에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출력한다</a:t>
              </a:r>
              <a:r>
                <a:rPr lang="en-US" altLang="ko-KR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r>
                <a:rPr lang="ko-KR" altLang="en-US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endPara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806D8774-9F8B-C7C3-460C-4D8A1A19B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0" y="1212783"/>
            <a:ext cx="9283202" cy="52762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40862E8-87AD-C575-36DB-A2BC91D7B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2" t="1838" r="1377" b="5258"/>
          <a:stretch>
            <a:fillRect/>
          </a:stretch>
        </p:blipFill>
        <p:spPr>
          <a:xfrm>
            <a:off x="7251917" y="3141016"/>
            <a:ext cx="4129239" cy="2550695"/>
          </a:xfrm>
          <a:prstGeom prst="roundRect">
            <a:avLst>
              <a:gd name="adj" fmla="val 5346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DD0B9B-A9B4-2A61-F1C3-54A58052AF00}"/>
              </a:ext>
            </a:extLst>
          </p:cNvPr>
          <p:cNvSpPr txBox="1"/>
          <p:nvPr/>
        </p:nvSpPr>
        <p:spPr>
          <a:xfrm>
            <a:off x="6570328" y="2460084"/>
            <a:ext cx="319512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로그인한 교수이름</a:t>
            </a:r>
            <a:endParaRPr lang="en-US" altLang="ko-KR" sz="12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교수 아이디로 로그인하면 교수이름을 출력한다</a:t>
            </a: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CD19207-BB74-6FFD-F0E3-D03C832BB61E}"/>
              </a:ext>
            </a:extLst>
          </p:cNvPr>
          <p:cNvCxnSpPr>
            <a:cxnSpLocks/>
          </p:cNvCxnSpPr>
          <p:nvPr/>
        </p:nvCxnSpPr>
        <p:spPr>
          <a:xfrm flipV="1">
            <a:off x="3780646" y="3429000"/>
            <a:ext cx="3629147" cy="1617733"/>
          </a:xfrm>
          <a:prstGeom prst="bentConnector3">
            <a:avLst>
              <a:gd name="adj1" fmla="val 32044"/>
            </a:avLst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512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0F021A-C46D-3BB0-7CB8-78D16A724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90" y="1397876"/>
            <a:ext cx="8208739" cy="4950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F312FA-CFDE-85D1-49E8-A9749414106A}"/>
              </a:ext>
            </a:extLst>
          </p:cNvPr>
          <p:cNvSpPr txBox="1"/>
          <p:nvPr/>
        </p:nvSpPr>
        <p:spPr>
          <a:xfrm>
            <a:off x="1070146" y="342388"/>
            <a:ext cx="5381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학생모드 </a:t>
            </a:r>
            <a:r>
              <a:rPr lang="en-US" altLang="ko-KR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수강취소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A9862D-7476-1792-727D-E5AC5B671271}"/>
              </a:ext>
            </a:extLst>
          </p:cNvPr>
          <p:cNvSpPr/>
          <p:nvPr/>
        </p:nvSpPr>
        <p:spPr>
          <a:xfrm>
            <a:off x="378372" y="378372"/>
            <a:ext cx="662152" cy="66215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14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2D313-F5E1-1FE0-EB0A-31143EF8482A}"/>
              </a:ext>
            </a:extLst>
          </p:cNvPr>
          <p:cNvSpPr txBox="1"/>
          <p:nvPr/>
        </p:nvSpPr>
        <p:spPr>
          <a:xfrm>
            <a:off x="1070146" y="828882"/>
            <a:ext cx="7769054" cy="316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학생으로 로그인하여 학생정보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수강신청한 강좌목록을 출력하고 수강신청한 강좌를 취소한다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A8D5A9E-8571-D15D-4E35-D406E09AF5B7}"/>
              </a:ext>
            </a:extLst>
          </p:cNvPr>
          <p:cNvSpPr/>
          <p:nvPr/>
        </p:nvSpPr>
        <p:spPr>
          <a:xfrm>
            <a:off x="6167438" y="3429000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8013BCB-88D7-1D95-01FE-8BFBB48F495B}"/>
              </a:ext>
            </a:extLst>
          </p:cNvPr>
          <p:cNvSpPr/>
          <p:nvPr/>
        </p:nvSpPr>
        <p:spPr>
          <a:xfrm>
            <a:off x="7202986" y="3918618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61D11B3-9A5B-B241-79E7-BA09631C7F5B}"/>
              </a:ext>
            </a:extLst>
          </p:cNvPr>
          <p:cNvSpPr/>
          <p:nvPr/>
        </p:nvSpPr>
        <p:spPr>
          <a:xfrm>
            <a:off x="7837534" y="4626627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0C9C0C4-681E-1AA4-E390-108A22546C43}"/>
              </a:ext>
            </a:extLst>
          </p:cNvPr>
          <p:cNvSpPr/>
          <p:nvPr/>
        </p:nvSpPr>
        <p:spPr>
          <a:xfrm>
            <a:off x="6764098" y="2244154"/>
            <a:ext cx="355014" cy="336330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43EED39-1613-8EFB-D807-5FCF242417C5}"/>
              </a:ext>
            </a:extLst>
          </p:cNvPr>
          <p:cNvGrpSpPr/>
          <p:nvPr/>
        </p:nvGrpSpPr>
        <p:grpSpPr>
          <a:xfrm>
            <a:off x="8712114" y="2238702"/>
            <a:ext cx="3478906" cy="507831"/>
            <a:chOff x="4309260" y="1723696"/>
            <a:chExt cx="3478906" cy="5078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444092-494E-4C36-4255-78463986C5A7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학생이름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교수 아이디로 로그인하면 교수이름을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7DD2890-0660-3032-9A34-EE79AA677D71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53CFFDD-23F5-9366-44BC-97908CA8B36C}"/>
              </a:ext>
            </a:extLst>
          </p:cNvPr>
          <p:cNvGrpSpPr/>
          <p:nvPr/>
        </p:nvGrpSpPr>
        <p:grpSpPr>
          <a:xfrm>
            <a:off x="8712114" y="3095295"/>
            <a:ext cx="3478906" cy="507831"/>
            <a:chOff x="4309260" y="1723696"/>
            <a:chExt cx="3478906" cy="5078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4E65D1-DC86-7C59-B834-9A884ACDF560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학생정보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로그인한 학생의 모든 정보를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21822C5-D25B-82CD-BB4A-0FC4D163FB82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9124F62-6B43-87C6-E2EC-336F62F128D1}"/>
              </a:ext>
            </a:extLst>
          </p:cNvPr>
          <p:cNvGrpSpPr/>
          <p:nvPr/>
        </p:nvGrpSpPr>
        <p:grpSpPr>
          <a:xfrm>
            <a:off x="8712114" y="3983420"/>
            <a:ext cx="3478906" cy="507831"/>
            <a:chOff x="4309260" y="1723696"/>
            <a:chExt cx="3478906" cy="5078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7D0087-7FA8-0924-FB11-BCEDF535599C}"/>
                </a:ext>
              </a:extLst>
            </p:cNvPr>
            <p:cNvSpPr txBox="1"/>
            <p:nvPr/>
          </p:nvSpPr>
          <p:spPr>
            <a:xfrm>
              <a:off x="4593040" y="1723696"/>
              <a:ext cx="3195126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수강신청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수강 신청할 수 있는 강좌목록을 </a:t>
              </a:r>
              <a:r>
                <a:rPr lang="ko-KR" altLang="en-US" sz="10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모달창으로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출력한다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342034E-D784-932B-227F-F09863828CCF}"/>
                </a:ext>
              </a:extLst>
            </p:cNvPr>
            <p:cNvSpPr/>
            <p:nvPr/>
          </p:nvSpPr>
          <p:spPr>
            <a:xfrm>
              <a:off x="4309260" y="1739459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3</a:t>
              </a:r>
              <a:endParaRPr lang="ko-KR" altLang="en-US" sz="14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ABA469B-6CE6-933B-F18A-533EB0CCF01C}"/>
              </a:ext>
            </a:extLst>
          </p:cNvPr>
          <p:cNvGrpSpPr/>
          <p:nvPr/>
        </p:nvGrpSpPr>
        <p:grpSpPr>
          <a:xfrm>
            <a:off x="8712114" y="4892565"/>
            <a:ext cx="3459960" cy="507831"/>
            <a:chOff x="8602732" y="4892565"/>
            <a:chExt cx="3459960" cy="5078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356A17-73A5-F7D6-201B-3B7BEC8B3726}"/>
                </a:ext>
              </a:extLst>
            </p:cNvPr>
            <p:cNvSpPr txBox="1"/>
            <p:nvPr/>
          </p:nvSpPr>
          <p:spPr>
            <a:xfrm>
              <a:off x="8886512" y="4892565"/>
              <a:ext cx="317618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수강취소 버튼</a:t>
              </a:r>
              <a:endParaRPr lang="en-US" altLang="ko-KR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>
                <a:spcBef>
                  <a:spcPts val="600"/>
                </a:spcBef>
              </a:pP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해당 강좌가을 수강신청 테이블에서 삭제한다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CB692E-1B2D-EA14-FD80-5279615546CF}"/>
                </a:ext>
              </a:extLst>
            </p:cNvPr>
            <p:cNvSpPr/>
            <p:nvPr/>
          </p:nvSpPr>
          <p:spPr>
            <a:xfrm>
              <a:off x="8602732" y="4908328"/>
              <a:ext cx="355014" cy="33633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976C5EBA-4980-1E6E-D46F-DDD9EA1A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2" t="5357" r="2536" b="4336"/>
          <a:stretch>
            <a:fillRect/>
          </a:stretch>
        </p:blipFill>
        <p:spPr>
          <a:xfrm>
            <a:off x="2827283" y="4046484"/>
            <a:ext cx="3163614" cy="1543397"/>
          </a:xfrm>
          <a:prstGeom prst="roundRect">
            <a:avLst>
              <a:gd name="adj" fmla="val 9176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44CB60C6-1753-AEA6-97F8-AC26FAE482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67400" y="4800602"/>
            <a:ext cx="1388534" cy="431798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864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147993-552B-D6BE-DEF6-BBF7CCCC7483}"/>
              </a:ext>
            </a:extLst>
          </p:cNvPr>
          <p:cNvSpPr txBox="1"/>
          <p:nvPr/>
        </p:nvSpPr>
        <p:spPr>
          <a:xfrm>
            <a:off x="1070146" y="342388"/>
            <a:ext cx="5381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학생모드 </a:t>
            </a:r>
            <a:r>
              <a:rPr lang="en-US" altLang="ko-KR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수강신청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289D638-55CB-E805-4943-4127B6E26D2E}"/>
              </a:ext>
            </a:extLst>
          </p:cNvPr>
          <p:cNvSpPr/>
          <p:nvPr/>
        </p:nvSpPr>
        <p:spPr>
          <a:xfrm>
            <a:off x="378372" y="378372"/>
            <a:ext cx="662152" cy="66215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15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F3B1B-F561-D58F-40BE-22CCF9975529}"/>
              </a:ext>
            </a:extLst>
          </p:cNvPr>
          <p:cNvSpPr txBox="1"/>
          <p:nvPr/>
        </p:nvSpPr>
        <p:spPr>
          <a:xfrm>
            <a:off x="1070145" y="828883"/>
            <a:ext cx="920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강좌목록을 출력하고 상태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마감완료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신청완료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신청가능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 따라 신청 가능한 강좌를 신청한다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endParaRPr lang="en-US" altLang="ko-KR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1DAED1-C469-25EE-B0D0-76A95A038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60" y="1408384"/>
            <a:ext cx="8261130" cy="49819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73DEB2E-C7AA-C019-0ABE-5F488F8FD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8" t="2223" r="1763" b="4084"/>
          <a:stretch>
            <a:fillRect/>
          </a:stretch>
        </p:blipFill>
        <p:spPr>
          <a:xfrm>
            <a:off x="662152" y="3355430"/>
            <a:ext cx="7262648" cy="2932479"/>
          </a:xfrm>
          <a:prstGeom prst="roundRect">
            <a:avLst>
              <a:gd name="adj" fmla="val 5915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C397AA69-2FB0-2FFE-7DA4-6449D3E65167}"/>
              </a:ext>
            </a:extLst>
          </p:cNvPr>
          <p:cNvCxnSpPr>
            <a:cxnSpLocks/>
          </p:cNvCxnSpPr>
          <p:nvPr/>
        </p:nvCxnSpPr>
        <p:spPr>
          <a:xfrm rot="10800000">
            <a:off x="7830213" y="3699642"/>
            <a:ext cx="2511967" cy="378372"/>
          </a:xfrm>
          <a:prstGeom prst="bentConnector3">
            <a:avLst>
              <a:gd name="adj1" fmla="val 50000"/>
            </a:avLst>
          </a:prstGeom>
          <a:ln w="222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23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855</Words>
  <Application>Microsoft Office PowerPoint</Application>
  <PresentationFormat>와이드스크린</PresentationFormat>
  <Paragraphs>247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21</cp:revision>
  <dcterms:created xsi:type="dcterms:W3CDTF">2026-06-09T10:35:59Z</dcterms:created>
  <dcterms:modified xsi:type="dcterms:W3CDTF">2026-06-10T11:18:48Z</dcterms:modified>
</cp:coreProperties>
</file>