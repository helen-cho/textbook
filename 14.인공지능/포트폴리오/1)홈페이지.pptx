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7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DC036"/>
    <a:srgbClr val="00A44A"/>
    <a:srgbClr val="7CB957"/>
    <a:srgbClr val="116E0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 showGuides="1">
      <p:cViewPr varScale="1">
        <p:scale>
          <a:sx n="69" d="100"/>
          <a:sy n="69" d="100"/>
        </p:scale>
        <p:origin x="456" y="5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F2959E-BCFB-7212-9C5C-BF4F19FDED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0CBBB0F-9FC1-266B-EB14-293F82BCB2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8C9870D-A30D-EAAD-ABDC-5F4E4AFAF9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E1538-08CC-4586-9903-0AFD689494F0}" type="datetimeFigureOut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D47283C-3FEF-E55A-4A6C-C378D3C4CE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8E082EA-DDF0-E9BA-5CD6-83A3ADBCE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5B538-07F2-4863-BE59-2918BD367E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64840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238A13-7D56-8B91-5E38-2242EDB04D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126EE4F-7B1D-056F-11F8-E48688DB41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A4390D-AF2F-2CE4-C349-A81B5D7D0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E1538-08CC-4586-9903-0AFD689494F0}" type="datetimeFigureOut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35461A8-5395-B0F6-9E0A-78607DF6D2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3C8601D-4B89-C747-04E0-36812E9C5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5B538-07F2-4863-BE59-2918BD367E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90902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E806E6-517F-F053-4E0E-263F70617A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2F5ACD9-42BE-FD66-9358-EF30098B8F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64789CE-F604-DA0F-1F45-B419080C80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E1538-08CC-4586-9903-0AFD689494F0}" type="datetimeFigureOut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62B45C9-0287-FB1E-0791-731B5A32B3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20429E3-5142-7694-08A1-59AEBC7FD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5B538-07F2-4863-BE59-2918BD367E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24644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1B55E8-16F8-4021-9180-CFDAD4824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AE3EE3B-7245-D541-7576-5036B07FA9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7412F91-E5E9-E69A-2BA5-48141B06C0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E0A9FBA-C202-3A46-6982-4C717A0D10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E1538-08CC-4586-9903-0AFD689494F0}" type="datetimeFigureOut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C846EEE-7764-662A-F6B9-350232C170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92BCB22-D016-B897-B880-3AA842E83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5B538-07F2-4863-BE59-2918BD367E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72839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C3640E-5B64-CAEF-7DAE-FCCA21EB9F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CA6754F-21DE-30B2-503E-CC863AEAB6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03F0693-CAEB-A847-DD10-0AD9214085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8D621C0-F9C1-FA3E-9D61-3983E81990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CDB5C1E-7518-432B-7EB3-82B94B14A5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F1317E2-9CD0-BECF-5A48-11656CEB86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E1538-08CC-4586-9903-0AFD689494F0}" type="datetimeFigureOut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1BD7A40-08DA-B8D2-93B8-E349B886CD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C94E0C5-EAF8-B839-D330-291EBC363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5B538-07F2-4863-BE59-2918BD367E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07417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6BD232-EA3D-435A-814C-565DF9D693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D852560-F722-D322-2CBC-EAE59AD9EC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E1538-08CC-4586-9903-0AFD689494F0}" type="datetimeFigureOut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ACC963C-7FF0-4E17-4892-6FEEEA693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2CF3A99-C56E-FEED-42F0-AA0D14676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5B538-07F2-4863-BE59-2918BD367E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4185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21473D7-3410-5125-BD91-0EFE6B4A9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E1538-08CC-4586-9903-0AFD689494F0}" type="datetimeFigureOut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A65C785-2C25-122B-F8DA-0B9BFF2D6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D4F19FE-8BE6-7B21-DB6B-F94DD1E35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5B538-07F2-4863-BE59-2918BD367E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92467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FE44D4-5685-E140-D4E4-75FED126E0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15D5833-D73E-F4ED-40D6-CBBDAD8FB1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357CCD5-D2A9-4256-F8D0-F3772B19CD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E10E2A2-9B2B-7C7C-60CE-76146C0DF8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E1538-08CC-4586-9903-0AFD689494F0}" type="datetimeFigureOut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B3EED35-2F84-1D07-14C0-FF3E6B19C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46325A6-3246-2156-679D-10E3942B5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5B538-07F2-4863-BE59-2918BD367E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90930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AFE04F-2651-5011-3EF1-0BD57219B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301157E-F7C4-08EC-D6F1-8F9A8012EA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94D5481-595D-F229-2972-F7FA4EF880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8FFBAC6-719B-6D02-7EA1-77166D57D6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E1538-08CC-4586-9903-0AFD689494F0}" type="datetimeFigureOut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9316235-B2A7-A5A3-55F0-8AE0B1643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1DBF1FC-5013-A6CA-A685-7851566DB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5B538-07F2-4863-BE59-2918BD367E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71668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DCF10A-5EE1-8562-DC73-BC253401E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C0DB8E6-EAB7-9DF8-57E0-DCED6FF68C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A3763B7-0ACE-28C9-7E83-4EDCA96C6F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E1538-08CC-4586-9903-0AFD689494F0}" type="datetimeFigureOut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CA7E752-FBF1-AFA9-87FF-43050D667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82A88D1-737F-D1C0-7706-5B486591F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5B538-07F2-4863-BE59-2918BD367E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39224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B907CA5-73DF-675F-D055-2A13873608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1C50946-8EE7-92A2-521B-FBCD8DAF66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48C3B0A-987B-B16E-43CD-861B27C56F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E1538-08CC-4586-9903-0AFD689494F0}" type="datetimeFigureOut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FB98B64-F50E-E254-3D1A-9581DFFDA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339BBC2-344D-1004-2A4B-5C3467C81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5B538-07F2-4863-BE59-2918BD367E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6412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EDA6662-5F2B-23DE-ECB7-2CA3A322D2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5CBB275-F8DA-80DC-1F5B-9A99426052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CDAFBE2-83D3-C088-D7B4-BE04358F25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BE1538-08CC-4586-9903-0AFD689494F0}" type="datetimeFigureOut">
              <a:rPr lang="ko-KR" altLang="en-US" smtClean="0"/>
              <a:t>2026-07-01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8C50E6D-0951-493C-8A81-EC5C26CEDA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2B4B683-3517-BC68-8F7F-5D6B4E3550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05B538-07F2-4863-BE59-2918BD367E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00697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>
            <a:extLst>
              <a:ext uri="{FF2B5EF4-FFF2-40B4-BE49-F238E27FC236}">
                <a16:creationId xmlns:a16="http://schemas.microsoft.com/office/drawing/2014/main" id="{96B8AE4E-3C62-8B9D-2713-3564AC4EB5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214" y="1439917"/>
            <a:ext cx="6480000" cy="47343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pSp>
        <p:nvGrpSpPr>
          <p:cNvPr id="13" name="그룹 12">
            <a:extLst>
              <a:ext uri="{FF2B5EF4-FFF2-40B4-BE49-F238E27FC236}">
                <a16:creationId xmlns:a16="http://schemas.microsoft.com/office/drawing/2014/main" id="{F6926D81-7043-ED58-8DE6-7FE46CFB9244}"/>
              </a:ext>
            </a:extLst>
          </p:cNvPr>
          <p:cNvGrpSpPr/>
          <p:nvPr/>
        </p:nvGrpSpPr>
        <p:grpSpPr>
          <a:xfrm>
            <a:off x="356134" y="267710"/>
            <a:ext cx="6246966" cy="718910"/>
            <a:chOff x="378372" y="368499"/>
            <a:chExt cx="6246966" cy="718910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A9A0C7F-472D-48EF-6CE0-BEBE78946968}"/>
                </a:ext>
              </a:extLst>
            </p:cNvPr>
            <p:cNvSpPr txBox="1"/>
            <p:nvPr/>
          </p:nvSpPr>
          <p:spPr>
            <a:xfrm>
              <a:off x="1244042" y="368499"/>
              <a:ext cx="538129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800" b="1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자기소개 홈페이지</a:t>
              </a:r>
            </a:p>
          </p:txBody>
        </p:sp>
        <p:sp>
          <p:nvSpPr>
            <p:cNvPr id="15" name="사각형: 둥근 모서리 14">
              <a:extLst>
                <a:ext uri="{FF2B5EF4-FFF2-40B4-BE49-F238E27FC236}">
                  <a16:creationId xmlns:a16="http://schemas.microsoft.com/office/drawing/2014/main" id="{5B2F5F39-2574-46F2-2380-E81FC28EE238}"/>
                </a:ext>
              </a:extLst>
            </p:cNvPr>
            <p:cNvSpPr/>
            <p:nvPr/>
          </p:nvSpPr>
          <p:spPr>
            <a:xfrm>
              <a:off x="378372" y="378372"/>
              <a:ext cx="662152" cy="662152"/>
            </a:xfrm>
            <a:prstGeom prst="roundRect">
              <a:avLst/>
            </a:prstGeom>
            <a:solidFill>
              <a:srgbClr val="FFC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dirty="0"/>
                <a:t>01</a:t>
              </a:r>
              <a:endParaRPr lang="ko-KR" altLang="en-US" sz="2400" b="1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B7CF1123-8EEE-3342-05D5-46A3C413EB8A}"/>
                </a:ext>
              </a:extLst>
            </p:cNvPr>
            <p:cNvSpPr txBox="1"/>
            <p:nvPr/>
          </p:nvSpPr>
          <p:spPr>
            <a:xfrm>
              <a:off x="1244042" y="810410"/>
              <a:ext cx="535151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altLang="ko-KR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HTML,</a:t>
              </a:r>
              <a:r>
                <a:rPr lang="ko-KR" altLang="en-US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CSS,</a:t>
              </a:r>
              <a:r>
                <a:rPr lang="ko-KR" altLang="en-US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자바스크립트를 사용하여 자기소개 홈페이지를 작성</a:t>
              </a:r>
              <a:endParaRPr lang="en-US" altLang="ko-KR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</p:txBody>
        </p:sp>
      </p:grpSp>
      <p:pic>
        <p:nvPicPr>
          <p:cNvPr id="17" name="그림 16">
            <a:extLst>
              <a:ext uri="{FF2B5EF4-FFF2-40B4-BE49-F238E27FC236}">
                <a16:creationId xmlns:a16="http://schemas.microsoft.com/office/drawing/2014/main" id="{A0202F00-CBD6-0EAB-50B9-0D02B10682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123090"/>
            <a:ext cx="5760000" cy="419069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8" name="타원 17">
            <a:extLst>
              <a:ext uri="{FF2B5EF4-FFF2-40B4-BE49-F238E27FC236}">
                <a16:creationId xmlns:a16="http://schemas.microsoft.com/office/drawing/2014/main" id="{EBC7340C-5144-E4B3-622B-497214E3DEAC}"/>
              </a:ext>
            </a:extLst>
          </p:cNvPr>
          <p:cNvSpPr/>
          <p:nvPr/>
        </p:nvSpPr>
        <p:spPr>
          <a:xfrm>
            <a:off x="5153801" y="2238154"/>
            <a:ext cx="327343" cy="310115"/>
          </a:xfrm>
          <a:prstGeom prst="ellipse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/>
              <a:t>1</a:t>
            </a:r>
            <a:endParaRPr lang="ko-KR" altLang="en-US" sz="1600" dirty="0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FABA8B98-73E0-96E1-7EE4-ED6FFA2C8A73}"/>
              </a:ext>
            </a:extLst>
          </p:cNvPr>
          <p:cNvSpPr/>
          <p:nvPr/>
        </p:nvSpPr>
        <p:spPr>
          <a:xfrm>
            <a:off x="10240808" y="2837243"/>
            <a:ext cx="327343" cy="310115"/>
          </a:xfrm>
          <a:prstGeom prst="ellipse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/>
              <a:t>2</a:t>
            </a:r>
            <a:endParaRPr lang="ko-KR" altLang="en-US" sz="1600" dirty="0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15C9F05F-BC9C-0B46-1C2B-29A6BBAA4BC1}"/>
              </a:ext>
            </a:extLst>
          </p:cNvPr>
          <p:cNvSpPr/>
          <p:nvPr/>
        </p:nvSpPr>
        <p:spPr>
          <a:xfrm>
            <a:off x="7385660" y="1143168"/>
            <a:ext cx="327343" cy="310115"/>
          </a:xfrm>
          <a:prstGeom prst="ellipse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07608C9-187E-3C95-919B-7070F014302E}"/>
              </a:ext>
            </a:extLst>
          </p:cNvPr>
          <p:cNvSpPr txBox="1"/>
          <p:nvPr/>
        </p:nvSpPr>
        <p:spPr>
          <a:xfrm>
            <a:off x="7762120" y="1143168"/>
            <a:ext cx="26641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ko-KR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밝은</a:t>
            </a:r>
            <a:r>
              <a:rPr lang="en-US" altLang="ko-KR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</a:t>
            </a:r>
            <a:r>
              <a:rPr lang="ko-KR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모드 </a:t>
            </a:r>
            <a:r>
              <a:rPr lang="en-US" altLang="ko-KR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(Light Mode)</a:t>
            </a:r>
            <a:endParaRPr lang="ko-KR" altLang="en-US" sz="1400" b="1" dirty="0">
              <a:solidFill>
                <a:schemeClr val="tx1">
                  <a:lumMod val="50000"/>
                  <a:lumOff val="50000"/>
                </a:schemeClr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94C577CB-C8B7-666D-540E-0A8CF5DB051B}"/>
              </a:ext>
            </a:extLst>
          </p:cNvPr>
          <p:cNvSpPr/>
          <p:nvPr/>
        </p:nvSpPr>
        <p:spPr>
          <a:xfrm>
            <a:off x="7380405" y="1642409"/>
            <a:ext cx="327343" cy="310115"/>
          </a:xfrm>
          <a:prstGeom prst="ellipse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B382221-10D8-2A92-9F4F-CC39F9A9BBFD}"/>
              </a:ext>
            </a:extLst>
          </p:cNvPr>
          <p:cNvSpPr txBox="1"/>
          <p:nvPr/>
        </p:nvSpPr>
        <p:spPr>
          <a:xfrm>
            <a:off x="7756865" y="1642409"/>
            <a:ext cx="26641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ko-KR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어두운</a:t>
            </a:r>
            <a:r>
              <a:rPr lang="en-US" altLang="ko-KR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</a:t>
            </a:r>
            <a:r>
              <a:rPr lang="ko-KR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모드 </a:t>
            </a:r>
            <a:r>
              <a:rPr lang="en-US" altLang="ko-KR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(Dart Mode)</a:t>
            </a:r>
            <a:endParaRPr lang="ko-KR" altLang="en-US" sz="1400" b="1" dirty="0">
              <a:solidFill>
                <a:schemeClr val="tx1">
                  <a:lumMod val="50000"/>
                  <a:lumOff val="50000"/>
                </a:schemeClr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732035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008A3573-A6C0-726A-E62F-329D00F84A4B}"/>
              </a:ext>
            </a:extLst>
          </p:cNvPr>
          <p:cNvGrpSpPr/>
          <p:nvPr/>
        </p:nvGrpSpPr>
        <p:grpSpPr>
          <a:xfrm>
            <a:off x="356134" y="267710"/>
            <a:ext cx="6246966" cy="718910"/>
            <a:chOff x="378372" y="368499"/>
            <a:chExt cx="6246966" cy="718910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32609B5-2D77-24BE-CC06-D4D859C306EE}"/>
                </a:ext>
              </a:extLst>
            </p:cNvPr>
            <p:cNvSpPr txBox="1"/>
            <p:nvPr/>
          </p:nvSpPr>
          <p:spPr>
            <a:xfrm>
              <a:off x="1244042" y="368499"/>
              <a:ext cx="538129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800" b="1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과일가게 홈페이지</a:t>
              </a:r>
            </a:p>
          </p:txBody>
        </p:sp>
        <p:sp>
          <p:nvSpPr>
            <p:cNvPr id="9" name="사각형: 둥근 모서리 8">
              <a:extLst>
                <a:ext uri="{FF2B5EF4-FFF2-40B4-BE49-F238E27FC236}">
                  <a16:creationId xmlns:a16="http://schemas.microsoft.com/office/drawing/2014/main" id="{624CA5C7-83FB-2A51-4FD5-11A4056EE4FB}"/>
                </a:ext>
              </a:extLst>
            </p:cNvPr>
            <p:cNvSpPr/>
            <p:nvPr/>
          </p:nvSpPr>
          <p:spPr>
            <a:xfrm>
              <a:off x="378372" y="378372"/>
              <a:ext cx="662152" cy="662152"/>
            </a:xfrm>
            <a:prstGeom prst="roundRect">
              <a:avLst/>
            </a:prstGeom>
            <a:solidFill>
              <a:srgbClr val="00B05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dirty="0"/>
                <a:t>02</a:t>
              </a:r>
              <a:endParaRPr lang="ko-KR" altLang="en-US" sz="2400" b="1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C47CEA6-2CF8-2EEF-B0A8-56CB06608B06}"/>
                </a:ext>
              </a:extLst>
            </p:cNvPr>
            <p:cNvSpPr txBox="1"/>
            <p:nvPr/>
          </p:nvSpPr>
          <p:spPr>
            <a:xfrm>
              <a:off x="1244042" y="810410"/>
              <a:ext cx="535151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ko-KR" altLang="en-US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과일가게 홈페이지에 디자인을 적용하고 장바구니 기능을 작성한다</a:t>
              </a:r>
              <a:r>
                <a:rPr lang="en-US" altLang="ko-KR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.</a:t>
              </a:r>
            </a:p>
          </p:txBody>
        </p:sp>
      </p:grpSp>
      <p:pic>
        <p:nvPicPr>
          <p:cNvPr id="13" name="그림 12">
            <a:extLst>
              <a:ext uri="{FF2B5EF4-FFF2-40B4-BE49-F238E27FC236}">
                <a16:creationId xmlns:a16="http://schemas.microsoft.com/office/drawing/2014/main" id="{B6275793-54B5-9526-BC8A-B58E3C703B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3352" y="463407"/>
            <a:ext cx="5040000" cy="319371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2" name="타원 21">
            <a:extLst>
              <a:ext uri="{FF2B5EF4-FFF2-40B4-BE49-F238E27FC236}">
                <a16:creationId xmlns:a16="http://schemas.microsoft.com/office/drawing/2014/main" id="{7183D911-1101-7945-6712-722314E84028}"/>
              </a:ext>
            </a:extLst>
          </p:cNvPr>
          <p:cNvSpPr/>
          <p:nvPr/>
        </p:nvSpPr>
        <p:spPr>
          <a:xfrm>
            <a:off x="448832" y="5337565"/>
            <a:ext cx="327343" cy="310115"/>
          </a:xfrm>
          <a:prstGeom prst="ellipse">
            <a:avLst/>
          </a:prstGeom>
          <a:solidFill>
            <a:srgbClr val="00B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88B0BF7-683E-C398-A486-E11D456CF39F}"/>
              </a:ext>
            </a:extLst>
          </p:cNvPr>
          <p:cNvSpPr txBox="1"/>
          <p:nvPr/>
        </p:nvSpPr>
        <p:spPr>
          <a:xfrm>
            <a:off x="825292" y="5337565"/>
            <a:ext cx="26536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ko-KR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히어로 섹션 </a:t>
            </a:r>
            <a:r>
              <a:rPr lang="en-US" altLang="ko-KR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(Hero Section)</a:t>
            </a:r>
            <a:endParaRPr lang="ko-KR" altLang="en-US" sz="1400" b="1" dirty="0">
              <a:solidFill>
                <a:schemeClr val="tx1">
                  <a:lumMod val="50000"/>
                  <a:lumOff val="50000"/>
                </a:schemeClr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9B444FE2-2371-2EF7-C55D-9B3F1160D560}"/>
              </a:ext>
            </a:extLst>
          </p:cNvPr>
          <p:cNvSpPr/>
          <p:nvPr/>
        </p:nvSpPr>
        <p:spPr>
          <a:xfrm>
            <a:off x="448832" y="5800790"/>
            <a:ext cx="327343" cy="310115"/>
          </a:xfrm>
          <a:prstGeom prst="ellipse">
            <a:avLst/>
          </a:prstGeom>
          <a:solidFill>
            <a:srgbClr val="00B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3</a:t>
            </a:r>
            <a:endParaRPr lang="ko-KR" altLang="en-US" sz="14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27244B9-473B-4925-C36B-50764C84E9DF}"/>
              </a:ext>
            </a:extLst>
          </p:cNvPr>
          <p:cNvSpPr txBox="1"/>
          <p:nvPr/>
        </p:nvSpPr>
        <p:spPr>
          <a:xfrm>
            <a:off x="825292" y="5800790"/>
            <a:ext cx="25905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ko-KR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메인 콘텐츠 </a:t>
            </a:r>
            <a:r>
              <a:rPr lang="en-US" altLang="ko-KR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(Main Contents)</a:t>
            </a:r>
            <a:endParaRPr lang="ko-KR" altLang="en-US" sz="1400" b="1" dirty="0">
              <a:solidFill>
                <a:schemeClr val="tx1">
                  <a:lumMod val="50000"/>
                  <a:lumOff val="50000"/>
                </a:schemeClr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8F62F40D-B9C3-E31C-104B-01EEF3F23A0B}"/>
              </a:ext>
            </a:extLst>
          </p:cNvPr>
          <p:cNvSpPr/>
          <p:nvPr/>
        </p:nvSpPr>
        <p:spPr>
          <a:xfrm>
            <a:off x="3549704" y="4874340"/>
            <a:ext cx="327343" cy="310115"/>
          </a:xfrm>
          <a:prstGeom prst="ellipse">
            <a:avLst/>
          </a:prstGeom>
          <a:solidFill>
            <a:srgbClr val="00B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4</a:t>
            </a:r>
            <a:endParaRPr lang="ko-KR" altLang="en-US" sz="14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D994158-74C1-99F3-277D-BF4B162102AC}"/>
              </a:ext>
            </a:extLst>
          </p:cNvPr>
          <p:cNvSpPr txBox="1"/>
          <p:nvPr/>
        </p:nvSpPr>
        <p:spPr>
          <a:xfrm>
            <a:off x="3915333" y="4874340"/>
            <a:ext cx="20125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ko-KR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사이드바 </a:t>
            </a:r>
            <a:r>
              <a:rPr lang="en-US" altLang="ko-KR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(</a:t>
            </a:r>
            <a:r>
              <a:rPr lang="en-US" altLang="ko-KR" sz="1400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SideBar</a:t>
            </a:r>
            <a:r>
              <a:rPr lang="en-US" altLang="ko-KR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)</a:t>
            </a:r>
            <a:endParaRPr lang="ko-KR" altLang="en-US" sz="1400" b="1" dirty="0">
              <a:solidFill>
                <a:schemeClr val="tx1">
                  <a:lumMod val="50000"/>
                  <a:lumOff val="50000"/>
                </a:schemeClr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2AD67ECF-62C2-C7CE-E3FE-114CB10DDDBE}"/>
              </a:ext>
            </a:extLst>
          </p:cNvPr>
          <p:cNvSpPr/>
          <p:nvPr/>
        </p:nvSpPr>
        <p:spPr>
          <a:xfrm>
            <a:off x="3549704" y="5337565"/>
            <a:ext cx="327343" cy="310115"/>
          </a:xfrm>
          <a:prstGeom prst="ellipse">
            <a:avLst/>
          </a:prstGeom>
          <a:solidFill>
            <a:srgbClr val="00B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5</a:t>
            </a:r>
            <a:endParaRPr lang="ko-KR" altLang="en-US" sz="14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132CD3A-E1E2-2B6B-3B02-3DE35C06396A}"/>
              </a:ext>
            </a:extLst>
          </p:cNvPr>
          <p:cNvSpPr txBox="1"/>
          <p:nvPr/>
        </p:nvSpPr>
        <p:spPr>
          <a:xfrm>
            <a:off x="3915333" y="5337565"/>
            <a:ext cx="197364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ko-KR" altLang="en-US" sz="1400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푸터</a:t>
            </a:r>
            <a:r>
              <a:rPr lang="ko-KR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</a:t>
            </a:r>
            <a:r>
              <a:rPr lang="en-US" altLang="ko-KR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(Footer)</a:t>
            </a:r>
            <a:endParaRPr lang="ko-KR" altLang="en-US" sz="1400" b="1" dirty="0">
              <a:solidFill>
                <a:schemeClr val="tx1">
                  <a:lumMod val="50000"/>
                  <a:lumOff val="50000"/>
                </a:schemeClr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pic>
        <p:nvPicPr>
          <p:cNvPr id="30" name="그림 29">
            <a:extLst>
              <a:ext uri="{FF2B5EF4-FFF2-40B4-BE49-F238E27FC236}">
                <a16:creationId xmlns:a16="http://schemas.microsoft.com/office/drawing/2014/main" id="{11EC6B7C-02E2-984C-17CD-5288957344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0490" y="3793041"/>
            <a:ext cx="5040000" cy="272057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pSp>
        <p:nvGrpSpPr>
          <p:cNvPr id="41" name="그룹 40">
            <a:extLst>
              <a:ext uri="{FF2B5EF4-FFF2-40B4-BE49-F238E27FC236}">
                <a16:creationId xmlns:a16="http://schemas.microsoft.com/office/drawing/2014/main" id="{9F66C969-E6BF-C8E1-BE06-A85A03518DB3}"/>
              </a:ext>
            </a:extLst>
          </p:cNvPr>
          <p:cNvGrpSpPr/>
          <p:nvPr/>
        </p:nvGrpSpPr>
        <p:grpSpPr>
          <a:xfrm>
            <a:off x="391200" y="1302571"/>
            <a:ext cx="5400000" cy="3173879"/>
            <a:chOff x="391200" y="1302571"/>
            <a:chExt cx="5400000" cy="3173879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AD194723-81D0-26FB-593A-7615CD21E1C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1200" y="1302571"/>
              <a:ext cx="5400000" cy="3173879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4C5253AF-FFFB-C50F-34BB-A06CAE276B64}"/>
                </a:ext>
              </a:extLst>
            </p:cNvPr>
            <p:cNvSpPr/>
            <p:nvPr/>
          </p:nvSpPr>
          <p:spPr>
            <a:xfrm>
              <a:off x="1496839" y="1703400"/>
              <a:ext cx="327343" cy="310115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/>
                <a:t>1</a:t>
              </a:r>
              <a:endParaRPr lang="ko-KR" altLang="en-US" sz="1600" dirty="0"/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7F6A5245-3BC8-271D-0B3F-9F30C6F0F5CA}"/>
                </a:ext>
              </a:extLst>
            </p:cNvPr>
            <p:cNvSpPr/>
            <p:nvPr/>
          </p:nvSpPr>
          <p:spPr>
            <a:xfrm>
              <a:off x="2402002" y="2072855"/>
              <a:ext cx="327343" cy="310115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/>
                <a:t>2</a:t>
              </a:r>
              <a:endParaRPr lang="ko-KR" altLang="en-US" sz="1600" dirty="0"/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FD4FD57E-FD59-FE97-5701-489BAC6C245B}"/>
                </a:ext>
              </a:extLst>
            </p:cNvPr>
            <p:cNvSpPr/>
            <p:nvPr/>
          </p:nvSpPr>
          <p:spPr>
            <a:xfrm>
              <a:off x="5274512" y="2885655"/>
              <a:ext cx="327343" cy="310115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/>
                <a:t>4</a:t>
              </a:r>
              <a:endParaRPr lang="ko-KR" altLang="en-US" sz="1600" dirty="0"/>
            </a:p>
          </p:txBody>
        </p:sp>
        <p:sp>
          <p:nvSpPr>
            <p:cNvPr id="20" name="타원 19">
              <a:extLst>
                <a:ext uri="{FF2B5EF4-FFF2-40B4-BE49-F238E27FC236}">
                  <a16:creationId xmlns:a16="http://schemas.microsoft.com/office/drawing/2014/main" id="{3E949FAC-B87D-49E3-D273-F1EA039C6581}"/>
                </a:ext>
              </a:extLst>
            </p:cNvPr>
            <p:cNvSpPr/>
            <p:nvPr/>
          </p:nvSpPr>
          <p:spPr>
            <a:xfrm>
              <a:off x="1219748" y="2543910"/>
              <a:ext cx="327343" cy="310115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/>
                <a:t>3</a:t>
              </a:r>
              <a:endParaRPr lang="ko-KR" altLang="en-US" sz="1600" dirty="0"/>
            </a:p>
          </p:txBody>
        </p:sp>
        <p:sp>
          <p:nvSpPr>
            <p:cNvPr id="21" name="타원 20">
              <a:extLst>
                <a:ext uri="{FF2B5EF4-FFF2-40B4-BE49-F238E27FC236}">
                  <a16:creationId xmlns:a16="http://schemas.microsoft.com/office/drawing/2014/main" id="{EC3C6ECB-8794-4DC2-3D84-B3EE3702AB19}"/>
                </a:ext>
              </a:extLst>
            </p:cNvPr>
            <p:cNvSpPr/>
            <p:nvPr/>
          </p:nvSpPr>
          <p:spPr>
            <a:xfrm>
              <a:off x="1653857" y="3846236"/>
              <a:ext cx="327343" cy="310115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/>
                <a:t>5</a:t>
              </a:r>
              <a:endParaRPr lang="ko-KR" altLang="en-US" sz="1600" dirty="0"/>
            </a:p>
          </p:txBody>
        </p:sp>
        <p:cxnSp>
          <p:nvCxnSpPr>
            <p:cNvPr id="32" name="연결선: 꺾임 31">
              <a:extLst>
                <a:ext uri="{FF2B5EF4-FFF2-40B4-BE49-F238E27FC236}">
                  <a16:creationId xmlns:a16="http://schemas.microsoft.com/office/drawing/2014/main" id="{77BAD2B8-62E6-5514-F047-9AC5A458E9B5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3305175" y="2441575"/>
              <a:ext cx="374650" cy="342900"/>
            </a:xfrm>
            <a:prstGeom prst="bentConnector3">
              <a:avLst/>
            </a:prstGeom>
            <a:ln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A477003C-A24E-F8EF-454C-CB054D7C94D6}"/>
                </a:ext>
              </a:extLst>
            </p:cNvPr>
            <p:cNvSpPr/>
            <p:nvPr/>
          </p:nvSpPr>
          <p:spPr>
            <a:xfrm>
              <a:off x="3153491" y="2193724"/>
              <a:ext cx="327343" cy="310115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/>
                <a:t>6</a:t>
              </a:r>
              <a:endParaRPr lang="ko-KR" altLang="en-US" sz="1600" dirty="0"/>
            </a:p>
          </p:txBody>
        </p:sp>
      </p:grpSp>
      <p:sp>
        <p:nvSpPr>
          <p:cNvPr id="37" name="타원 36">
            <a:extLst>
              <a:ext uri="{FF2B5EF4-FFF2-40B4-BE49-F238E27FC236}">
                <a16:creationId xmlns:a16="http://schemas.microsoft.com/office/drawing/2014/main" id="{4DD0DA24-DE8E-8ECD-7817-E8074AD9B57A}"/>
              </a:ext>
            </a:extLst>
          </p:cNvPr>
          <p:cNvSpPr/>
          <p:nvPr/>
        </p:nvSpPr>
        <p:spPr>
          <a:xfrm>
            <a:off x="3549704" y="5800790"/>
            <a:ext cx="327343" cy="310115"/>
          </a:xfrm>
          <a:prstGeom prst="ellipse">
            <a:avLst/>
          </a:prstGeom>
          <a:solidFill>
            <a:srgbClr val="00B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6</a:t>
            </a:r>
            <a:endParaRPr lang="ko-KR" altLang="en-US" sz="14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89D88B4-5F88-91C5-58CB-E48A320D7E83}"/>
              </a:ext>
            </a:extLst>
          </p:cNvPr>
          <p:cNvSpPr txBox="1"/>
          <p:nvPr/>
        </p:nvSpPr>
        <p:spPr>
          <a:xfrm>
            <a:off x="3915333" y="5800790"/>
            <a:ext cx="197364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ko-KR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그리드</a:t>
            </a:r>
            <a:r>
              <a:rPr lang="en-US" altLang="ko-KR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(Grid)</a:t>
            </a:r>
            <a:endParaRPr lang="ko-KR" altLang="en-US" sz="1400" b="1" dirty="0">
              <a:solidFill>
                <a:schemeClr val="tx1">
                  <a:lumMod val="50000"/>
                  <a:lumOff val="50000"/>
                </a:schemeClr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9" name="타원 38">
            <a:extLst>
              <a:ext uri="{FF2B5EF4-FFF2-40B4-BE49-F238E27FC236}">
                <a16:creationId xmlns:a16="http://schemas.microsoft.com/office/drawing/2014/main" id="{8F4802B4-B4A3-1DBB-A2FC-BE1CF45A75A5}"/>
              </a:ext>
            </a:extLst>
          </p:cNvPr>
          <p:cNvSpPr/>
          <p:nvPr/>
        </p:nvSpPr>
        <p:spPr>
          <a:xfrm>
            <a:off x="475106" y="4874340"/>
            <a:ext cx="327343" cy="310115"/>
          </a:xfrm>
          <a:prstGeom prst="ellipse">
            <a:avLst/>
          </a:prstGeom>
          <a:solidFill>
            <a:srgbClr val="00B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0407A8F-8E82-4DB7-8905-D7A11525D902}"/>
              </a:ext>
            </a:extLst>
          </p:cNvPr>
          <p:cNvSpPr txBox="1"/>
          <p:nvPr/>
        </p:nvSpPr>
        <p:spPr>
          <a:xfrm>
            <a:off x="825292" y="4874340"/>
            <a:ext cx="26536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ko-KR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네비게이션 바 </a:t>
            </a:r>
            <a:r>
              <a:rPr lang="en-US" altLang="ko-KR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(Navigation Bar)</a:t>
            </a:r>
            <a:endParaRPr lang="ko-KR" altLang="en-US" sz="1400" b="1" dirty="0">
              <a:solidFill>
                <a:schemeClr val="tx1">
                  <a:lumMod val="50000"/>
                  <a:lumOff val="50000"/>
                </a:schemeClr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747771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4AB5F714-4D67-615C-2128-4340A91428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769" y="1843709"/>
            <a:ext cx="5400000" cy="414367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277327F1-1001-57E5-A2A2-137CDCB2E0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1697" y="1842076"/>
            <a:ext cx="5400000" cy="408306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pSp>
        <p:nvGrpSpPr>
          <p:cNvPr id="12" name="그룹 11">
            <a:extLst>
              <a:ext uri="{FF2B5EF4-FFF2-40B4-BE49-F238E27FC236}">
                <a16:creationId xmlns:a16="http://schemas.microsoft.com/office/drawing/2014/main" id="{FD0C0922-8C4B-CC03-BB4A-7152A50C8E3E}"/>
              </a:ext>
            </a:extLst>
          </p:cNvPr>
          <p:cNvGrpSpPr/>
          <p:nvPr/>
        </p:nvGrpSpPr>
        <p:grpSpPr>
          <a:xfrm>
            <a:off x="356134" y="267710"/>
            <a:ext cx="6246966" cy="718910"/>
            <a:chOff x="378372" y="368499"/>
            <a:chExt cx="6246966" cy="718910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41CC248-99DF-6364-FD4B-E16B24D2B9CF}"/>
                </a:ext>
              </a:extLst>
            </p:cNvPr>
            <p:cNvSpPr txBox="1"/>
            <p:nvPr/>
          </p:nvSpPr>
          <p:spPr>
            <a:xfrm>
              <a:off x="1244042" y="368499"/>
              <a:ext cx="538129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800" b="1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인테리어 업체 홈페이지</a:t>
              </a:r>
            </a:p>
          </p:txBody>
        </p:sp>
        <p:sp>
          <p:nvSpPr>
            <p:cNvPr id="14" name="사각형: 둥근 모서리 13">
              <a:extLst>
                <a:ext uri="{FF2B5EF4-FFF2-40B4-BE49-F238E27FC236}">
                  <a16:creationId xmlns:a16="http://schemas.microsoft.com/office/drawing/2014/main" id="{860FB5AD-7A15-0D2F-7890-0AD958BB5824}"/>
                </a:ext>
              </a:extLst>
            </p:cNvPr>
            <p:cNvSpPr/>
            <p:nvPr/>
          </p:nvSpPr>
          <p:spPr>
            <a:xfrm>
              <a:off x="378372" y="378372"/>
              <a:ext cx="662152" cy="662152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dirty="0"/>
                <a:t>03</a:t>
              </a:r>
              <a:endParaRPr lang="ko-KR" altLang="en-US" sz="2400" b="1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DEE80F37-E12E-84F0-3B57-F016457A68E3}"/>
                </a:ext>
              </a:extLst>
            </p:cNvPr>
            <p:cNvSpPr txBox="1"/>
            <p:nvPr/>
          </p:nvSpPr>
          <p:spPr>
            <a:xfrm>
              <a:off x="1244042" y="810410"/>
              <a:ext cx="535151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altLang="ko-KR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Tailwind CSS, </a:t>
              </a:r>
              <a:r>
                <a:rPr lang="en-US" altLang="ko-KR" sz="1200" b="1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shadcn</a:t>
              </a:r>
              <a:r>
                <a:rPr lang="en-US" altLang="ko-KR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/</a:t>
              </a:r>
              <a:r>
                <a:rPr lang="en-US" altLang="ko-KR" sz="1200" b="1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ui</a:t>
              </a:r>
              <a:r>
                <a:rPr lang="en-US" altLang="ko-KR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, </a:t>
              </a:r>
              <a:r>
                <a:rPr lang="en-US" altLang="ko-KR" sz="1200" b="1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Lucide</a:t>
              </a:r>
              <a:r>
                <a:rPr lang="en-US" altLang="ko-KR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, DESIGN.md</a:t>
              </a:r>
              <a:r>
                <a:rPr lang="ko-KR" altLang="en-US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를 이용한 디자인</a:t>
              </a:r>
              <a:endParaRPr lang="en-US" altLang="ko-KR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110109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B90F3233-CBC4-DB5F-6543-9BF334A401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278" y="1145628"/>
            <a:ext cx="7200000" cy="530449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pSp>
        <p:nvGrpSpPr>
          <p:cNvPr id="6" name="그룹 5">
            <a:extLst>
              <a:ext uri="{FF2B5EF4-FFF2-40B4-BE49-F238E27FC236}">
                <a16:creationId xmlns:a16="http://schemas.microsoft.com/office/drawing/2014/main" id="{1EDD986B-A04C-246E-A4D2-C33651D389F4}"/>
              </a:ext>
            </a:extLst>
          </p:cNvPr>
          <p:cNvGrpSpPr/>
          <p:nvPr/>
        </p:nvGrpSpPr>
        <p:grpSpPr>
          <a:xfrm>
            <a:off x="356134" y="267710"/>
            <a:ext cx="6246966" cy="718910"/>
            <a:chOff x="378372" y="368499"/>
            <a:chExt cx="6246966" cy="71891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11A8B03-1B14-91FE-F25C-1EF41F74169B}"/>
                </a:ext>
              </a:extLst>
            </p:cNvPr>
            <p:cNvSpPr txBox="1"/>
            <p:nvPr/>
          </p:nvSpPr>
          <p:spPr>
            <a:xfrm>
              <a:off x="1244042" y="368499"/>
              <a:ext cx="538129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800" b="1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게임 홈페이지</a:t>
              </a:r>
              <a:r>
                <a:rPr lang="en-US" altLang="ko-KR" sz="2800" b="1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(1)</a:t>
              </a:r>
              <a:endParaRPr lang="ko-KR" altLang="en-US" sz="2800" b="1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8" name="사각형: 둥근 모서리 7">
              <a:extLst>
                <a:ext uri="{FF2B5EF4-FFF2-40B4-BE49-F238E27FC236}">
                  <a16:creationId xmlns:a16="http://schemas.microsoft.com/office/drawing/2014/main" id="{EA7BCC35-D0BE-BE3B-1EC0-408AB59FA548}"/>
                </a:ext>
              </a:extLst>
            </p:cNvPr>
            <p:cNvSpPr/>
            <p:nvPr/>
          </p:nvSpPr>
          <p:spPr>
            <a:xfrm>
              <a:off x="378372" y="378372"/>
              <a:ext cx="662152" cy="662152"/>
            </a:xfrm>
            <a:prstGeom prst="round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dirty="0"/>
                <a:t>04</a:t>
              </a:r>
              <a:endParaRPr lang="ko-KR" altLang="en-US" sz="2400" b="1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C70B609-6599-A39F-614D-D7882A625898}"/>
                </a:ext>
              </a:extLst>
            </p:cNvPr>
            <p:cNvSpPr txBox="1"/>
            <p:nvPr/>
          </p:nvSpPr>
          <p:spPr>
            <a:xfrm>
              <a:off x="1244042" y="810410"/>
              <a:ext cx="535151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ko-KR" altLang="en-US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애플 게임과 </a:t>
              </a:r>
              <a:r>
                <a:rPr lang="ko-KR" altLang="en-US" sz="1200" b="1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알카노이드</a:t>
              </a:r>
              <a:r>
                <a:rPr lang="ko-KR" altLang="en-US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게임 선택을 위한 홈페이지</a:t>
              </a:r>
              <a:endParaRPr lang="en-US" altLang="ko-KR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</p:txBody>
        </p:sp>
      </p:grpSp>
      <p:sp>
        <p:nvSpPr>
          <p:cNvPr id="10" name="타원 9">
            <a:extLst>
              <a:ext uri="{FF2B5EF4-FFF2-40B4-BE49-F238E27FC236}">
                <a16:creationId xmlns:a16="http://schemas.microsoft.com/office/drawing/2014/main" id="{A798DB49-586D-6A4B-C6A3-DD755BD1F9A1}"/>
              </a:ext>
            </a:extLst>
          </p:cNvPr>
          <p:cNvSpPr/>
          <p:nvPr/>
        </p:nvSpPr>
        <p:spPr>
          <a:xfrm>
            <a:off x="8169563" y="2730229"/>
            <a:ext cx="327343" cy="310115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221B478-563F-2D1F-7DFD-62B5D97296CE}"/>
              </a:ext>
            </a:extLst>
          </p:cNvPr>
          <p:cNvSpPr txBox="1"/>
          <p:nvPr/>
        </p:nvSpPr>
        <p:spPr>
          <a:xfrm>
            <a:off x="8519749" y="2730229"/>
            <a:ext cx="26536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ko-KR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애플 게임 </a:t>
            </a:r>
            <a:r>
              <a:rPr lang="en-US" altLang="ko-KR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(Apple Game)</a:t>
            </a:r>
            <a:endParaRPr lang="ko-KR" altLang="en-US" sz="1400" b="1" dirty="0">
              <a:solidFill>
                <a:schemeClr val="tx1">
                  <a:lumMod val="50000"/>
                  <a:lumOff val="50000"/>
                </a:schemeClr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EE2FBA9D-D54E-E1D9-256F-839B2705E35C}"/>
              </a:ext>
            </a:extLst>
          </p:cNvPr>
          <p:cNvSpPr/>
          <p:nvPr/>
        </p:nvSpPr>
        <p:spPr>
          <a:xfrm>
            <a:off x="2330182" y="4522242"/>
            <a:ext cx="327343" cy="310115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9F009D0A-FC56-844C-FBF7-8D8496E49266}"/>
              </a:ext>
            </a:extLst>
          </p:cNvPr>
          <p:cNvSpPr/>
          <p:nvPr/>
        </p:nvSpPr>
        <p:spPr>
          <a:xfrm>
            <a:off x="5146954" y="4459181"/>
            <a:ext cx="327343" cy="310115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11F74478-1F99-4BE0-CE77-4DDF8D4EE06B}"/>
              </a:ext>
            </a:extLst>
          </p:cNvPr>
          <p:cNvSpPr/>
          <p:nvPr/>
        </p:nvSpPr>
        <p:spPr>
          <a:xfrm>
            <a:off x="8169563" y="3429000"/>
            <a:ext cx="327343" cy="310115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22D4F2F-2FB9-DDDE-46A3-D5552A628E5F}"/>
              </a:ext>
            </a:extLst>
          </p:cNvPr>
          <p:cNvSpPr txBox="1"/>
          <p:nvPr/>
        </p:nvSpPr>
        <p:spPr>
          <a:xfrm>
            <a:off x="8519749" y="3429000"/>
            <a:ext cx="30898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ko-KR" altLang="en-US" sz="1400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알카노이드</a:t>
            </a:r>
            <a:r>
              <a:rPr lang="ko-KR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게임 </a:t>
            </a:r>
            <a:r>
              <a:rPr lang="en-US" altLang="ko-KR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(</a:t>
            </a:r>
            <a:r>
              <a:rPr lang="en-US" altLang="ko-KR" sz="1400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Arkanoid</a:t>
            </a:r>
            <a:r>
              <a:rPr lang="en-US" altLang="ko-KR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Game)</a:t>
            </a:r>
            <a:endParaRPr lang="ko-KR" altLang="en-US" sz="1400" b="1" dirty="0">
              <a:solidFill>
                <a:schemeClr val="tx1">
                  <a:lumMod val="50000"/>
                  <a:lumOff val="50000"/>
                </a:schemeClr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495C12C6-6FD3-0BD7-FEA1-4F7BEB2B5E77}"/>
              </a:ext>
            </a:extLst>
          </p:cNvPr>
          <p:cNvSpPr/>
          <p:nvPr/>
        </p:nvSpPr>
        <p:spPr>
          <a:xfrm>
            <a:off x="8169563" y="4117428"/>
            <a:ext cx="327343" cy="310115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3</a:t>
            </a:r>
            <a:endParaRPr lang="ko-KR" altLang="en-US" sz="14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CDAD39C-FFE7-6C68-E85F-EE4BF1E87C1C}"/>
              </a:ext>
            </a:extLst>
          </p:cNvPr>
          <p:cNvSpPr txBox="1"/>
          <p:nvPr/>
        </p:nvSpPr>
        <p:spPr>
          <a:xfrm>
            <a:off x="8519749" y="4117428"/>
            <a:ext cx="30898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altLang="ko-KR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DESIGN.md (Apple)</a:t>
            </a:r>
            <a:endParaRPr lang="ko-KR" altLang="en-US" sz="1400" b="1" dirty="0">
              <a:solidFill>
                <a:schemeClr val="tx1">
                  <a:lumMod val="50000"/>
                  <a:lumOff val="50000"/>
                </a:schemeClr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cxnSp>
        <p:nvCxnSpPr>
          <p:cNvPr id="19" name="연결선: 꺾임 18">
            <a:extLst>
              <a:ext uri="{FF2B5EF4-FFF2-40B4-BE49-F238E27FC236}">
                <a16:creationId xmlns:a16="http://schemas.microsoft.com/office/drawing/2014/main" id="{7D07A213-C66C-EBA3-B376-36C7457B731B}"/>
              </a:ext>
            </a:extLst>
          </p:cNvPr>
          <p:cNvCxnSpPr>
            <a:cxnSpLocks/>
          </p:cNvCxnSpPr>
          <p:nvPr/>
        </p:nvCxnSpPr>
        <p:spPr>
          <a:xfrm rot="10800000">
            <a:off x="7542048" y="3624098"/>
            <a:ext cx="627506" cy="667438"/>
          </a:xfrm>
          <a:prstGeom prst="bentConnector2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72200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1A0AC9A4-588D-3641-694E-37476CB816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4676" y="2031818"/>
            <a:ext cx="5580000" cy="428749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pSp>
        <p:nvGrpSpPr>
          <p:cNvPr id="12" name="그룹 11">
            <a:extLst>
              <a:ext uri="{FF2B5EF4-FFF2-40B4-BE49-F238E27FC236}">
                <a16:creationId xmlns:a16="http://schemas.microsoft.com/office/drawing/2014/main" id="{71F20166-7901-0B8E-82F7-F8442F0B245B}"/>
              </a:ext>
            </a:extLst>
          </p:cNvPr>
          <p:cNvGrpSpPr/>
          <p:nvPr/>
        </p:nvGrpSpPr>
        <p:grpSpPr>
          <a:xfrm>
            <a:off x="356134" y="267710"/>
            <a:ext cx="6246966" cy="718910"/>
            <a:chOff x="378372" y="368499"/>
            <a:chExt cx="6246966" cy="718910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420C945E-FAA5-84B5-A235-FDE008A1A131}"/>
                </a:ext>
              </a:extLst>
            </p:cNvPr>
            <p:cNvSpPr txBox="1"/>
            <p:nvPr/>
          </p:nvSpPr>
          <p:spPr>
            <a:xfrm>
              <a:off x="1244042" y="368499"/>
              <a:ext cx="538129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800" b="1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게임 홈페이지</a:t>
              </a:r>
              <a:r>
                <a:rPr lang="en-US" altLang="ko-KR" sz="2800" b="1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(2)</a:t>
              </a:r>
              <a:endParaRPr lang="ko-KR" altLang="en-US" sz="2800" b="1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4" name="사각형: 둥근 모서리 13">
              <a:extLst>
                <a:ext uri="{FF2B5EF4-FFF2-40B4-BE49-F238E27FC236}">
                  <a16:creationId xmlns:a16="http://schemas.microsoft.com/office/drawing/2014/main" id="{18025895-7183-AD23-F5F5-5B3B2C8B7173}"/>
                </a:ext>
              </a:extLst>
            </p:cNvPr>
            <p:cNvSpPr/>
            <p:nvPr/>
          </p:nvSpPr>
          <p:spPr>
            <a:xfrm>
              <a:off x="378372" y="378372"/>
              <a:ext cx="662152" cy="662152"/>
            </a:xfrm>
            <a:prstGeom prst="round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dirty="0"/>
                <a:t>04</a:t>
              </a:r>
              <a:endParaRPr lang="ko-KR" altLang="en-US" sz="2400" b="1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50BD46C-5EA0-61C8-2915-4701413BFA60}"/>
                </a:ext>
              </a:extLst>
            </p:cNvPr>
            <p:cNvSpPr txBox="1"/>
            <p:nvPr/>
          </p:nvSpPr>
          <p:spPr>
            <a:xfrm>
              <a:off x="1244042" y="810410"/>
              <a:ext cx="535151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ko-KR" altLang="en-US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애플 게임과 </a:t>
              </a:r>
              <a:r>
                <a:rPr lang="ko-KR" altLang="en-US" sz="1200" b="1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알카노이드</a:t>
              </a:r>
              <a:r>
                <a:rPr lang="ko-KR" altLang="en-US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게임 선택을 위한 홈페이지</a:t>
              </a:r>
              <a:endParaRPr lang="en-US" altLang="ko-KR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</p:txBody>
        </p:sp>
      </p:grpSp>
      <p:sp>
        <p:nvSpPr>
          <p:cNvPr id="16" name="타원 15">
            <a:extLst>
              <a:ext uri="{FF2B5EF4-FFF2-40B4-BE49-F238E27FC236}">
                <a16:creationId xmlns:a16="http://schemas.microsoft.com/office/drawing/2014/main" id="{F93B4CB5-68DB-B51E-0056-726EB4661A53}"/>
              </a:ext>
            </a:extLst>
          </p:cNvPr>
          <p:cNvSpPr/>
          <p:nvPr/>
        </p:nvSpPr>
        <p:spPr>
          <a:xfrm>
            <a:off x="947203" y="1478946"/>
            <a:ext cx="327343" cy="310115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208C65B-8B6B-8CE9-798A-4B84D364AB85}"/>
              </a:ext>
            </a:extLst>
          </p:cNvPr>
          <p:cNvSpPr txBox="1"/>
          <p:nvPr/>
        </p:nvSpPr>
        <p:spPr>
          <a:xfrm>
            <a:off x="1297389" y="1478946"/>
            <a:ext cx="26536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ko-KR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애플 게임 </a:t>
            </a:r>
            <a:r>
              <a:rPr lang="en-US" altLang="ko-KR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(Apple Game)</a:t>
            </a:r>
            <a:endParaRPr lang="ko-KR" altLang="en-US" sz="1400" b="1" dirty="0">
              <a:solidFill>
                <a:schemeClr val="tx1">
                  <a:lumMod val="50000"/>
                  <a:lumOff val="50000"/>
                </a:schemeClr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9D74F440-767E-1F5F-EB1E-5A2CD27248AC}"/>
              </a:ext>
            </a:extLst>
          </p:cNvPr>
          <p:cNvSpPr/>
          <p:nvPr/>
        </p:nvSpPr>
        <p:spPr>
          <a:xfrm>
            <a:off x="6635733" y="1478946"/>
            <a:ext cx="327343" cy="310115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A498208-4B78-D4C3-DE83-E100D6278BED}"/>
              </a:ext>
            </a:extLst>
          </p:cNvPr>
          <p:cNvSpPr txBox="1"/>
          <p:nvPr/>
        </p:nvSpPr>
        <p:spPr>
          <a:xfrm>
            <a:off x="6985919" y="1478946"/>
            <a:ext cx="30898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ko-KR" altLang="en-US" sz="1400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알카노이드</a:t>
            </a:r>
            <a:r>
              <a:rPr lang="ko-KR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게임 </a:t>
            </a:r>
            <a:r>
              <a:rPr lang="en-US" altLang="ko-KR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(</a:t>
            </a:r>
            <a:r>
              <a:rPr lang="en-US" altLang="ko-KR" sz="1400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Arkanoid</a:t>
            </a:r>
            <a:r>
              <a:rPr lang="en-US" altLang="ko-KR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Game)</a:t>
            </a:r>
            <a:endParaRPr lang="ko-KR" altLang="en-US" sz="1400" b="1" dirty="0">
              <a:solidFill>
                <a:schemeClr val="tx1">
                  <a:lumMod val="50000"/>
                  <a:lumOff val="50000"/>
                </a:schemeClr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700D31EB-531A-B664-4427-6F3C73C52A0E}"/>
              </a:ext>
            </a:extLst>
          </p:cNvPr>
          <p:cNvSpPr/>
          <p:nvPr/>
        </p:nvSpPr>
        <p:spPr>
          <a:xfrm>
            <a:off x="7786616" y="2566766"/>
            <a:ext cx="327343" cy="310115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1C7C150-EBD4-A729-BCBA-C7D3521EDF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000" y="2039008"/>
            <a:ext cx="5760000" cy="382040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타원 3">
            <a:extLst>
              <a:ext uri="{FF2B5EF4-FFF2-40B4-BE49-F238E27FC236}">
                <a16:creationId xmlns:a16="http://schemas.microsoft.com/office/drawing/2014/main" id="{65B8A359-2890-5794-43BE-4EC81F180739}"/>
              </a:ext>
            </a:extLst>
          </p:cNvPr>
          <p:cNvSpPr/>
          <p:nvPr/>
        </p:nvSpPr>
        <p:spPr>
          <a:xfrm>
            <a:off x="2012409" y="2558805"/>
            <a:ext cx="327343" cy="310115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8504317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802</TotalTime>
  <Words>165</Words>
  <Application>Microsoft Office PowerPoint</Application>
  <PresentationFormat>와이드스크린</PresentationFormat>
  <Paragraphs>53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0" baseType="lpstr">
      <vt:lpstr>Noto Sans KR</vt:lpstr>
      <vt:lpstr>Noto Sans KR Medium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조향덕</dc:creator>
  <cp:lastModifiedBy>조향덕</cp:lastModifiedBy>
  <cp:revision>25</cp:revision>
  <dcterms:created xsi:type="dcterms:W3CDTF">2026-05-29T06:48:41Z</dcterms:created>
  <dcterms:modified xsi:type="dcterms:W3CDTF">2026-06-30T15:39:09Z</dcterms:modified>
</cp:coreProperties>
</file>