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456" y="56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1BCA8C-D681-C516-285A-B0CB87BDD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3EDCC9-6708-14FE-5BD6-5095EBDE59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95055D-2499-D370-E513-EB07B219A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BDA-EE0B-48E3-9234-87C0DD055D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E48B55-F8E1-2463-0FCD-54484CAC6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52826C-4091-F2A5-13B1-65F1AB77C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29275-F875-494B-B281-2897EC25D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6170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625EAB-3BFB-B784-62F8-E8C21A53A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F8D383-20A9-15F2-B667-AA02F0629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060DDD-EB11-4380-55ED-14CBE3FB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BDA-EE0B-48E3-9234-87C0DD055D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725E66-4085-BFA7-F2AC-40D1B359E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4C539B-794E-BDFF-B407-DB7A6B419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29275-F875-494B-B281-2897EC25D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766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F1DB3-EA4D-11BC-9E47-3E6095B43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92FD7C-C724-3F2E-AD83-797FFA85C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A9CD74-1950-878C-05B6-EC1F6C1AE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BDA-EE0B-48E3-9234-87C0DD055D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F81919-6DF0-4AF7-E584-BFE414BB6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D5BE89-237B-ED16-DF13-414076542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29275-F875-494B-B281-2897EC25D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8162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AA1A33-3578-45B5-3A55-E8671FF8B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085630-8A45-B404-8AF2-5B09414C59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F4F55F-2319-F8BA-3434-426B6C088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AC51F1-F55F-EF36-9245-3C9B9B628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BDA-EE0B-48E3-9234-87C0DD055D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A38182-C85E-F6B7-C21C-86A0AB7AE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FAA2DB-C8D1-FBA7-0936-4D7B7C533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29275-F875-494B-B281-2897EC25D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423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69A922-1BA4-7FAA-E92A-35BBF1658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7AA462-4359-E80F-3DC7-E81E7657B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2BC167-691E-15BB-93C3-E4669C228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29304A-DF4C-A51A-1C2F-CF6726A0FF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25EA0E8-3C5F-142C-C596-ACDAE0491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6605B96-F2C7-B88A-B7BC-8BB685485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BDA-EE0B-48E3-9234-87C0DD055D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D3A6CBA-03FF-0F69-AB07-8D52E373D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4766BAE-FFE5-D888-8B69-943B8CC4F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29275-F875-494B-B281-2897EC25D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369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335480-300B-C575-2F8B-7A699EFFB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37015D-97DD-1051-947A-E3092E56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BDA-EE0B-48E3-9234-87C0DD055D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0BBC86-409E-2790-1728-96645EEB1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7778EA-8758-CD2D-0624-370F1FC98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29275-F875-494B-B281-2897EC25D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922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9AF165A-5889-6B4B-FCF7-401A7ABC0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BDA-EE0B-48E3-9234-87C0DD055D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C95109C-A2AB-6350-F8A8-FBEA36101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80936A-A0E6-938D-F99A-40517933D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29275-F875-494B-B281-2897EC25D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357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346038-120B-ED11-9F4E-4D8DEA92B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2C7FBD-CBC1-0AC7-6380-EE2E61B39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BCFCCE-F464-416D-6D87-2720400C4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FD7A80-86AB-03CF-4FF0-8ADA4BDC1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BDA-EE0B-48E3-9234-87C0DD055D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998A70-E4A7-F1A1-55E8-2E77BE0FA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91F169-49CC-818B-CF2B-1F82D6EFA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29275-F875-494B-B281-2897EC25D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034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C56F35-FDCA-B7F9-3C14-065C5854E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7DE567D-9051-D5C4-6123-86887003B7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4864C5-E7B8-E6C0-3429-AAA185ED3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B9B339-25C4-683B-9FA4-B0C792CF5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BDA-EE0B-48E3-9234-87C0DD055D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D05414-A6BF-16BD-595B-168EB8265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251F98-DB8B-DE12-AB8C-33C1B4B96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29275-F875-494B-B281-2897EC25D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0523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1634F-AF16-3D80-FBE4-CCC6B54C5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8DDF4B-96E8-016D-6B54-65A205121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CF39DF-D6C7-D883-F720-2065E0177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BDA-EE0B-48E3-9234-87C0DD055D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AA0A99-3941-4C09-B1C3-95D45B157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4DB46C-CC99-AA24-9926-F72A77E34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29275-F875-494B-B281-2897EC25D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5313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9B42CB9-8A33-0ECB-D113-765ADF3714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C45E83C-7EDD-66EA-6A96-D3A3D0E15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1135D7-D66C-C80E-AB88-96FABD5B3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BDA-EE0B-48E3-9234-87C0DD055D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698F69-BC11-810E-ED67-8B4762FD2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031984-1129-B21C-12A7-A876BFBB2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29275-F875-494B-B281-2897EC25D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734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CCC954-25CF-9119-02E1-138BD1200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AD6E29-10A0-CA0A-FA4D-C7504C6A9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11AC07-D292-69F5-B3F3-F5FD627A82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4BDA-EE0B-48E3-9234-87C0DD055D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D6B06B-9C49-EC92-0165-0F2D001DE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FDF9A4-39E9-FC8A-C401-B026E4C4A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429275-F875-494B-B281-2897EC25D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638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9DE9599-13D7-E92A-254F-5915E02580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681" y="897979"/>
            <a:ext cx="7200000" cy="50620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8BE215-8433-027B-CAD5-278A61FD7D66}"/>
              </a:ext>
            </a:extLst>
          </p:cNvPr>
          <p:cNvSpPr txBox="1"/>
          <p:nvPr/>
        </p:nvSpPr>
        <p:spPr>
          <a:xfrm>
            <a:off x="441435" y="1555532"/>
            <a:ext cx="41515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바이브</a:t>
            </a:r>
            <a:r>
              <a:rPr lang="ko-KR" altLang="en-US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코딩 </a:t>
            </a:r>
            <a:endParaRPr lang="en-US" altLang="ko-KR" sz="3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3200" b="1" dirty="0">
                <a:solidFill>
                  <a:srgbClr val="FFC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데이터베이스 서비스</a:t>
            </a:r>
            <a:endParaRPr lang="en-US" altLang="ko-KR" sz="3200" b="1" dirty="0">
              <a:solidFill>
                <a:srgbClr val="FFC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00C489D-43B8-5B96-B732-71072C48143F}"/>
              </a:ext>
            </a:extLst>
          </p:cNvPr>
          <p:cNvCxnSpPr/>
          <p:nvPr/>
        </p:nvCxnSpPr>
        <p:spPr>
          <a:xfrm>
            <a:off x="367862" y="2848304"/>
            <a:ext cx="4130566" cy="0"/>
          </a:xfrm>
          <a:prstGeom prst="line">
            <a:avLst/>
          </a:prstGeom>
          <a:ln w="508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3A60B1B-F928-491F-EF4D-3D7DD3BB6FF1}"/>
              </a:ext>
            </a:extLst>
          </p:cNvPr>
          <p:cNvSpPr txBox="1"/>
          <p:nvPr/>
        </p:nvSpPr>
        <p:spPr>
          <a:xfrm>
            <a:off x="536029" y="2969179"/>
            <a:ext cx="4130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SQLite 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데이터베이스를 활용한 프로그램</a:t>
            </a:r>
          </a:p>
        </p:txBody>
      </p:sp>
    </p:spTree>
    <p:extLst>
      <p:ext uri="{BB962C8B-B14F-4D97-AF65-F5344CB8AC3E}">
        <p14:creationId xmlns:p14="http://schemas.microsoft.com/office/powerpoint/2010/main" val="3503920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D54C8AE3-3D87-29E5-A34E-FB907B99E1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000" y="303243"/>
            <a:ext cx="9360000" cy="61222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90BD76A2-6329-C6B4-8B68-EB4F21711226}"/>
              </a:ext>
            </a:extLst>
          </p:cNvPr>
          <p:cNvGrpSpPr/>
          <p:nvPr/>
        </p:nvGrpSpPr>
        <p:grpSpPr>
          <a:xfrm>
            <a:off x="7763642" y="3928002"/>
            <a:ext cx="4167351" cy="336330"/>
            <a:chOff x="4797973" y="2412123"/>
            <a:chExt cx="4167351" cy="336330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05BC3AF3-ADFD-A639-E55B-CE4F65C1B84B}"/>
                </a:ext>
              </a:extLst>
            </p:cNvPr>
            <p:cNvSpPr/>
            <p:nvPr/>
          </p:nvSpPr>
          <p:spPr>
            <a:xfrm>
              <a:off x="4797973" y="2412123"/>
              <a:ext cx="355014" cy="33633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3</a:t>
              </a:r>
              <a:endParaRPr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B09DE53-3038-A40B-1CA3-2AA060B4771E}"/>
                </a:ext>
              </a:extLst>
            </p:cNvPr>
            <p:cNvSpPr txBox="1"/>
            <p:nvPr/>
          </p:nvSpPr>
          <p:spPr>
            <a:xfrm>
              <a:off x="5139559" y="2412123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메모 목록이 최신작성순으로 출력된다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DE0B7E83-EBCD-4B13-0ECC-0C5A13477598}"/>
              </a:ext>
            </a:extLst>
          </p:cNvPr>
          <p:cNvSpPr txBox="1"/>
          <p:nvPr/>
        </p:nvSpPr>
        <p:spPr>
          <a:xfrm>
            <a:off x="5144179" y="4411796"/>
            <a:ext cx="2226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X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클릭 시 메모가 삭제 된다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 </a:t>
            </a:r>
            <a:endParaRPr lang="ko-KR" alt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38BCE46-323D-B06B-195E-96C526C4AB95}"/>
              </a:ext>
            </a:extLst>
          </p:cNvPr>
          <p:cNvCxnSpPr>
            <a:cxnSpLocks/>
          </p:cNvCxnSpPr>
          <p:nvPr/>
        </p:nvCxnSpPr>
        <p:spPr>
          <a:xfrm flipH="1">
            <a:off x="4719780" y="2530763"/>
            <a:ext cx="452581" cy="0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2ECC54BB-50A8-B7EF-5E9E-AF4F92C285CF}"/>
              </a:ext>
            </a:extLst>
          </p:cNvPr>
          <p:cNvCxnSpPr/>
          <p:nvPr/>
        </p:nvCxnSpPr>
        <p:spPr>
          <a:xfrm>
            <a:off x="5874327" y="4729019"/>
            <a:ext cx="0" cy="424873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D07EC083-5F42-949C-276D-359BA4567524}"/>
              </a:ext>
            </a:extLst>
          </p:cNvPr>
          <p:cNvGrpSpPr/>
          <p:nvPr/>
        </p:nvGrpSpPr>
        <p:grpSpPr>
          <a:xfrm>
            <a:off x="5196729" y="2396834"/>
            <a:ext cx="4147286" cy="336330"/>
            <a:chOff x="5196729" y="2396834"/>
            <a:chExt cx="4147286" cy="33633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A568BA8-3DD6-304B-4E6E-41C0C070D603}"/>
                </a:ext>
              </a:extLst>
            </p:cNvPr>
            <p:cNvSpPr txBox="1"/>
            <p:nvPr/>
          </p:nvSpPr>
          <p:spPr>
            <a:xfrm>
              <a:off x="5518250" y="2439832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태그 클릭 시 메모가 검색된다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 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089E60AA-61C3-80C8-E9DD-5B4E0F2FF653}"/>
                </a:ext>
              </a:extLst>
            </p:cNvPr>
            <p:cNvSpPr/>
            <p:nvPr/>
          </p:nvSpPr>
          <p:spPr>
            <a:xfrm>
              <a:off x="5196729" y="2396834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</p:grpSp>
      <p:sp>
        <p:nvSpPr>
          <p:cNvPr id="33" name="타원 32">
            <a:extLst>
              <a:ext uri="{FF2B5EF4-FFF2-40B4-BE49-F238E27FC236}">
                <a16:creationId xmlns:a16="http://schemas.microsoft.com/office/drawing/2014/main" id="{61A3885A-37FA-833D-92A3-9FF508A6AEEB}"/>
              </a:ext>
            </a:extLst>
          </p:cNvPr>
          <p:cNvSpPr/>
          <p:nvPr/>
        </p:nvSpPr>
        <p:spPr>
          <a:xfrm>
            <a:off x="4818039" y="4354944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773BDBE2-1153-09FB-629A-3F6A604652EB}"/>
              </a:ext>
            </a:extLst>
          </p:cNvPr>
          <p:cNvGrpSpPr/>
          <p:nvPr/>
        </p:nvGrpSpPr>
        <p:grpSpPr>
          <a:xfrm>
            <a:off x="2137901" y="3429000"/>
            <a:ext cx="4167351" cy="336330"/>
            <a:chOff x="4797973" y="2412123"/>
            <a:chExt cx="4167351" cy="336330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701CB181-93D7-6C1D-204B-617D12DAC509}"/>
                </a:ext>
              </a:extLst>
            </p:cNvPr>
            <p:cNvSpPr/>
            <p:nvPr/>
          </p:nvSpPr>
          <p:spPr>
            <a:xfrm>
              <a:off x="4797973" y="2412123"/>
              <a:ext cx="355014" cy="33633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3F0DF59-E12F-E72E-50D6-A3FB146F674F}"/>
                </a:ext>
              </a:extLst>
            </p:cNvPr>
            <p:cNvSpPr txBox="1"/>
            <p:nvPr/>
          </p:nvSpPr>
          <p:spPr>
            <a:xfrm>
              <a:off x="5139559" y="2412123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저장 버튼 클릭 시 메모내용과 태그가 저장된다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172B9580-6343-8C10-90FF-5068955A4E1A}"/>
              </a:ext>
            </a:extLst>
          </p:cNvPr>
          <p:cNvCxnSpPr>
            <a:cxnSpLocks/>
          </p:cNvCxnSpPr>
          <p:nvPr/>
        </p:nvCxnSpPr>
        <p:spPr>
          <a:xfrm>
            <a:off x="2290618" y="3796145"/>
            <a:ext cx="868218" cy="775855"/>
          </a:xfrm>
          <a:prstGeom prst="bentConnector3">
            <a:avLst>
              <a:gd name="adj1" fmla="val 1064"/>
            </a:avLst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3BAA3FFC-A23A-64AB-2C73-D45C4885C35A}"/>
              </a:ext>
            </a:extLst>
          </p:cNvPr>
          <p:cNvCxnSpPr>
            <a:cxnSpLocks/>
          </p:cNvCxnSpPr>
          <p:nvPr/>
        </p:nvCxnSpPr>
        <p:spPr>
          <a:xfrm rot="5400000">
            <a:off x="8466081" y="4619299"/>
            <a:ext cx="1439920" cy="609599"/>
          </a:xfrm>
          <a:prstGeom prst="bentConnector3">
            <a:avLst>
              <a:gd name="adj1" fmla="val 99635"/>
            </a:avLst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069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03E3679-44E3-1019-5611-C6F219110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00" y="312428"/>
            <a:ext cx="10080000" cy="62331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B7926478-4890-A9A4-C5F1-F934FD29C91B}"/>
              </a:ext>
            </a:extLst>
          </p:cNvPr>
          <p:cNvGrpSpPr/>
          <p:nvPr/>
        </p:nvGrpSpPr>
        <p:grpSpPr>
          <a:xfrm>
            <a:off x="5966373" y="2084232"/>
            <a:ext cx="4167351" cy="336330"/>
            <a:chOff x="4797973" y="2412123"/>
            <a:chExt cx="4167351" cy="336330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F57E5C05-51D5-FED4-E8B6-DEDA8E0BD5D8}"/>
                </a:ext>
              </a:extLst>
            </p:cNvPr>
            <p:cNvSpPr/>
            <p:nvPr/>
          </p:nvSpPr>
          <p:spPr>
            <a:xfrm>
              <a:off x="4797973" y="2412123"/>
              <a:ext cx="355014" cy="33633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738D874-2B0D-941D-029C-5B951FDAAF2A}"/>
                </a:ext>
              </a:extLst>
            </p:cNvPr>
            <p:cNvSpPr txBox="1"/>
            <p:nvPr/>
          </p:nvSpPr>
          <p:spPr>
            <a:xfrm>
              <a:off x="5139559" y="2412123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편집기에서 작성한 내용이 저장된다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50FCA5FB-DBAB-4392-FFE0-840A2BE1F4D8}"/>
              </a:ext>
            </a:extLst>
          </p:cNvPr>
          <p:cNvCxnSpPr>
            <a:cxnSpLocks/>
            <a:stCxn id="9" idx="4"/>
          </p:cNvCxnSpPr>
          <p:nvPr/>
        </p:nvCxnSpPr>
        <p:spPr>
          <a:xfrm rot="16200000" flipH="1">
            <a:off x="7154730" y="1409712"/>
            <a:ext cx="239510" cy="2261210"/>
          </a:xfrm>
          <a:prstGeom prst="bentConnector2">
            <a:avLst/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BC6C3D8-C4AF-4954-BF6D-861B57C4DB43}"/>
              </a:ext>
            </a:extLst>
          </p:cNvPr>
          <p:cNvGrpSpPr/>
          <p:nvPr/>
        </p:nvGrpSpPr>
        <p:grpSpPr>
          <a:xfrm>
            <a:off x="8160010" y="3260835"/>
            <a:ext cx="4167351" cy="336330"/>
            <a:chOff x="4797973" y="2412123"/>
            <a:chExt cx="4167351" cy="336330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105EA52-C93D-A16E-E779-4A973C65ABEB}"/>
                </a:ext>
              </a:extLst>
            </p:cNvPr>
            <p:cNvSpPr/>
            <p:nvPr/>
          </p:nvSpPr>
          <p:spPr>
            <a:xfrm>
              <a:off x="4797973" y="2412123"/>
              <a:ext cx="355014" cy="33633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3</a:t>
              </a:r>
              <a:endParaRPr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2DFB4EE-D116-C901-5D38-B7E09D8CF380}"/>
                </a:ext>
              </a:extLst>
            </p:cNvPr>
            <p:cNvSpPr txBox="1"/>
            <p:nvPr/>
          </p:nvSpPr>
          <p:spPr>
            <a:xfrm>
              <a:off x="5139559" y="2412123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프리뷰 내용이 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PDF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로 다운로드 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27A99CB-C623-88EA-AC78-9ADAFE9B9173}"/>
              </a:ext>
            </a:extLst>
          </p:cNvPr>
          <p:cNvGrpSpPr/>
          <p:nvPr/>
        </p:nvGrpSpPr>
        <p:grpSpPr>
          <a:xfrm>
            <a:off x="4530123" y="5349294"/>
            <a:ext cx="4167351" cy="336330"/>
            <a:chOff x="4797973" y="2412123"/>
            <a:chExt cx="4167351" cy="336330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BD619BC9-0C6D-D4F1-23C2-B34E33CA8D56}"/>
                </a:ext>
              </a:extLst>
            </p:cNvPr>
            <p:cNvSpPr/>
            <p:nvPr/>
          </p:nvSpPr>
          <p:spPr>
            <a:xfrm>
              <a:off x="4797973" y="2412123"/>
              <a:ext cx="355014" cy="33633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8C56EAA-D22D-8CA0-7123-3DD1F7E4730F}"/>
                </a:ext>
              </a:extLst>
            </p:cNvPr>
            <p:cNvSpPr txBox="1"/>
            <p:nvPr/>
          </p:nvSpPr>
          <p:spPr>
            <a:xfrm>
              <a:off x="5139559" y="2412123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X 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클릭 시 문서 내용이 삭제된다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CEBDA3E-7B70-3EC0-52B0-CAA509A11AB5}"/>
              </a:ext>
            </a:extLst>
          </p:cNvPr>
          <p:cNvCxnSpPr>
            <a:cxnSpLocks/>
          </p:cNvCxnSpPr>
          <p:nvPr/>
        </p:nvCxnSpPr>
        <p:spPr>
          <a:xfrm flipH="1">
            <a:off x="3851564" y="5504873"/>
            <a:ext cx="618836" cy="0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6A650D8F-6AC7-EDD0-08B1-EFBAF5FEB6F0}"/>
              </a:ext>
            </a:extLst>
          </p:cNvPr>
          <p:cNvCxnSpPr>
            <a:cxnSpLocks/>
            <a:stCxn id="19" idx="0"/>
          </p:cNvCxnSpPr>
          <p:nvPr/>
        </p:nvCxnSpPr>
        <p:spPr>
          <a:xfrm rot="16200000" flipV="1">
            <a:off x="9751333" y="2597689"/>
            <a:ext cx="600758" cy="725534"/>
          </a:xfrm>
          <a:prstGeom prst="bentConnector2">
            <a:avLst/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9FA6F047-ADAD-EDC5-CECA-4CE7E2D0B43C}"/>
              </a:ext>
            </a:extLst>
          </p:cNvPr>
          <p:cNvGrpSpPr/>
          <p:nvPr/>
        </p:nvGrpSpPr>
        <p:grpSpPr>
          <a:xfrm>
            <a:off x="683181" y="2510778"/>
            <a:ext cx="4167351" cy="336330"/>
            <a:chOff x="4797973" y="2412123"/>
            <a:chExt cx="4167351" cy="336330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514E5D84-6064-2F58-2A66-7A213B1AAEC0}"/>
                </a:ext>
              </a:extLst>
            </p:cNvPr>
            <p:cNvSpPr/>
            <p:nvPr/>
          </p:nvSpPr>
          <p:spPr>
            <a:xfrm>
              <a:off x="4797973" y="2412123"/>
              <a:ext cx="355014" cy="33633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CF378BF-7CBA-29B7-BD4A-C50C730BDE07}"/>
                </a:ext>
              </a:extLst>
            </p:cNvPr>
            <p:cNvSpPr txBox="1"/>
            <p:nvPr/>
          </p:nvSpPr>
          <p:spPr>
            <a:xfrm>
              <a:off x="5139559" y="2412123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새 문서가 생성된다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4FE1F1D4-7324-A31B-CE18-5E1317B166EE}"/>
              </a:ext>
            </a:extLst>
          </p:cNvPr>
          <p:cNvCxnSpPr>
            <a:cxnSpLocks/>
          </p:cNvCxnSpPr>
          <p:nvPr/>
        </p:nvCxnSpPr>
        <p:spPr>
          <a:xfrm>
            <a:off x="1505529" y="2798618"/>
            <a:ext cx="1071419" cy="230909"/>
          </a:xfrm>
          <a:prstGeom prst="bentConnector3">
            <a:avLst>
              <a:gd name="adj1" fmla="val 0"/>
            </a:avLst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810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FD4E3D4-BAD6-31BF-01FD-F1D26A9C9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00" y="219858"/>
            <a:ext cx="10080000" cy="64182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6C6D9201-7B3B-5E86-FA0C-7407E8ECE152}"/>
              </a:ext>
            </a:extLst>
          </p:cNvPr>
          <p:cNvGrpSpPr/>
          <p:nvPr/>
        </p:nvGrpSpPr>
        <p:grpSpPr>
          <a:xfrm>
            <a:off x="4862632" y="2559913"/>
            <a:ext cx="4167351" cy="336330"/>
            <a:chOff x="4797973" y="2412123"/>
            <a:chExt cx="4167351" cy="336330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CCD812EC-CAF9-2E41-67D2-51C38AA18D63}"/>
                </a:ext>
              </a:extLst>
            </p:cNvPr>
            <p:cNvSpPr/>
            <p:nvPr/>
          </p:nvSpPr>
          <p:spPr>
            <a:xfrm>
              <a:off x="4797973" y="2412123"/>
              <a:ext cx="355014" cy="33633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8BC606A-AE3C-6318-6892-985F91B672D8}"/>
                </a:ext>
              </a:extLst>
            </p:cNvPr>
            <p:cNvSpPr txBox="1"/>
            <p:nvPr/>
          </p:nvSpPr>
          <p:spPr>
            <a:xfrm>
              <a:off x="5139559" y="2412123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한 일수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할 일수 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* 100 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백분율을 </a:t>
              </a:r>
              <a:r>
                <a:rPr lang="ko-KR" altLang="en-US" sz="12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프로그래스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바로 출력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04BD840-4405-300E-A6C2-6BD4DF81C0B2}"/>
              </a:ext>
            </a:extLst>
          </p:cNvPr>
          <p:cNvGrpSpPr/>
          <p:nvPr/>
        </p:nvGrpSpPr>
        <p:grpSpPr>
          <a:xfrm>
            <a:off x="6723758" y="3224323"/>
            <a:ext cx="4167351" cy="336330"/>
            <a:chOff x="4797973" y="2412123"/>
            <a:chExt cx="4167351" cy="336330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2D0700EA-3D5B-C2A5-4A98-FEB4E091AE1E}"/>
                </a:ext>
              </a:extLst>
            </p:cNvPr>
            <p:cNvSpPr/>
            <p:nvPr/>
          </p:nvSpPr>
          <p:spPr>
            <a:xfrm>
              <a:off x="4797973" y="2412123"/>
              <a:ext cx="355014" cy="33633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2666D51-C1B5-8B77-8DCD-FB77B8029F4A}"/>
                </a:ext>
              </a:extLst>
            </p:cNvPr>
            <p:cNvSpPr txBox="1"/>
            <p:nvPr/>
          </p:nvSpPr>
          <p:spPr>
            <a:xfrm>
              <a:off x="5139559" y="2412123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추가 버튼 클릭 시 할 일이 저장된다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F736749-4C31-F8C6-6869-67EAA8153FB3}"/>
              </a:ext>
            </a:extLst>
          </p:cNvPr>
          <p:cNvGrpSpPr/>
          <p:nvPr/>
        </p:nvGrpSpPr>
        <p:grpSpPr>
          <a:xfrm>
            <a:off x="1592959" y="3880713"/>
            <a:ext cx="4167351" cy="336330"/>
            <a:chOff x="4797973" y="2412123"/>
            <a:chExt cx="4167351" cy="336330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ED61B392-B6BD-02F0-775F-73DDD615CD11}"/>
                </a:ext>
              </a:extLst>
            </p:cNvPr>
            <p:cNvSpPr/>
            <p:nvPr/>
          </p:nvSpPr>
          <p:spPr>
            <a:xfrm>
              <a:off x="4797973" y="2412123"/>
              <a:ext cx="355014" cy="33633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3</a:t>
              </a:r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422DB3C-9F23-DB1E-09BD-7491DDA60520}"/>
                </a:ext>
              </a:extLst>
            </p:cNvPr>
            <p:cNvSpPr txBox="1"/>
            <p:nvPr/>
          </p:nvSpPr>
          <p:spPr>
            <a:xfrm>
              <a:off x="5139559" y="2412123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완료 체크 박스는 완료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미완료 상태가 </a:t>
              </a:r>
              <a:r>
                <a:rPr lang="ko-KR" altLang="en-US" sz="12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토글된다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3CD1BB7-4A7B-1121-FA98-4CF06E06ED97}"/>
              </a:ext>
            </a:extLst>
          </p:cNvPr>
          <p:cNvGrpSpPr/>
          <p:nvPr/>
        </p:nvGrpSpPr>
        <p:grpSpPr>
          <a:xfrm>
            <a:off x="8192341" y="6092824"/>
            <a:ext cx="4167351" cy="336330"/>
            <a:chOff x="4797973" y="2412123"/>
            <a:chExt cx="4167351" cy="336330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E859921-3BE1-0428-7C0B-BBFEC61E922B}"/>
                </a:ext>
              </a:extLst>
            </p:cNvPr>
            <p:cNvSpPr/>
            <p:nvPr/>
          </p:nvSpPr>
          <p:spPr>
            <a:xfrm>
              <a:off x="4797973" y="2412123"/>
              <a:ext cx="355014" cy="33633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F885B2F-4A52-4B58-DB59-AE8A35DCC0E9}"/>
                </a:ext>
              </a:extLst>
            </p:cNvPr>
            <p:cNvSpPr txBox="1"/>
            <p:nvPr/>
          </p:nvSpPr>
          <p:spPr>
            <a:xfrm>
              <a:off x="5139559" y="2412123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삭제 버튼 클릭 시 할 일이 삭제된다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AB93B56E-EF75-14FC-A754-C8F0BC570583}"/>
              </a:ext>
            </a:extLst>
          </p:cNvPr>
          <p:cNvCxnSpPr>
            <a:cxnSpLocks/>
          </p:cNvCxnSpPr>
          <p:nvPr/>
        </p:nvCxnSpPr>
        <p:spPr>
          <a:xfrm rot="16200000" flipH="1">
            <a:off x="2207490" y="4267199"/>
            <a:ext cx="877458" cy="600368"/>
          </a:xfrm>
          <a:prstGeom prst="bentConnector3">
            <a:avLst>
              <a:gd name="adj1" fmla="val 100526"/>
            </a:avLst>
          </a:prstGeom>
          <a:ln w="158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D04FACD8-22CA-BA45-DB28-1B1CE1EF028F}"/>
              </a:ext>
            </a:extLst>
          </p:cNvPr>
          <p:cNvCxnSpPr>
            <a:cxnSpLocks/>
          </p:cNvCxnSpPr>
          <p:nvPr/>
        </p:nvCxnSpPr>
        <p:spPr>
          <a:xfrm>
            <a:off x="9199418" y="5440219"/>
            <a:ext cx="674255" cy="628072"/>
          </a:xfrm>
          <a:prstGeom prst="bentConnector3">
            <a:avLst>
              <a:gd name="adj1" fmla="val 102055"/>
            </a:avLst>
          </a:prstGeom>
          <a:ln w="158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183D297B-18B1-D74F-54A2-CCE543FCD665}"/>
              </a:ext>
            </a:extLst>
          </p:cNvPr>
          <p:cNvCxnSpPr>
            <a:cxnSpLocks/>
          </p:cNvCxnSpPr>
          <p:nvPr/>
        </p:nvCxnSpPr>
        <p:spPr>
          <a:xfrm rot="10800000" flipV="1">
            <a:off x="4368799" y="2687781"/>
            <a:ext cx="498763" cy="295564"/>
          </a:xfrm>
          <a:prstGeom prst="bentConnector3">
            <a:avLst>
              <a:gd name="adj1" fmla="val 96297"/>
            </a:avLst>
          </a:prstGeom>
          <a:ln w="158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3BA054CC-99EA-071D-A437-98D0C6BAD5B1}"/>
              </a:ext>
            </a:extLst>
          </p:cNvPr>
          <p:cNvCxnSpPr>
            <a:cxnSpLocks/>
          </p:cNvCxnSpPr>
          <p:nvPr/>
        </p:nvCxnSpPr>
        <p:spPr>
          <a:xfrm>
            <a:off x="7638473" y="3500582"/>
            <a:ext cx="886691" cy="249382"/>
          </a:xfrm>
          <a:prstGeom prst="bentConnector3">
            <a:avLst>
              <a:gd name="adj1" fmla="val 0"/>
            </a:avLst>
          </a:prstGeom>
          <a:ln w="158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923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CFF20802-7F3F-BCF0-BBF0-1E8AB431A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00" y="266143"/>
            <a:ext cx="10080000" cy="63257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2F6D094-BB17-2C4D-3FDE-7F17C9D0E6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51" t="4191" r="2221" b="3832"/>
          <a:stretch>
            <a:fillRect/>
          </a:stretch>
        </p:blipFill>
        <p:spPr>
          <a:xfrm>
            <a:off x="7535916" y="3132085"/>
            <a:ext cx="4078014" cy="22492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9616CFF6-EEE4-683B-6C12-C6D2DCADFE93}"/>
              </a:ext>
            </a:extLst>
          </p:cNvPr>
          <p:cNvGrpSpPr/>
          <p:nvPr/>
        </p:nvGrpSpPr>
        <p:grpSpPr>
          <a:xfrm>
            <a:off x="452269" y="2490642"/>
            <a:ext cx="4167351" cy="336330"/>
            <a:chOff x="4797973" y="2412123"/>
            <a:chExt cx="4167351" cy="336330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E764C195-3C44-011E-AD87-089374C6658C}"/>
                </a:ext>
              </a:extLst>
            </p:cNvPr>
            <p:cNvSpPr/>
            <p:nvPr/>
          </p:nvSpPr>
          <p:spPr>
            <a:xfrm>
              <a:off x="4797973" y="2412123"/>
              <a:ext cx="355014" cy="33633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83013EB-B772-DBE3-4CD1-22FD9E838A0B}"/>
                </a:ext>
              </a:extLst>
            </p:cNvPr>
            <p:cNvSpPr txBox="1"/>
            <p:nvPr/>
          </p:nvSpPr>
          <p:spPr>
            <a:xfrm>
              <a:off x="5139559" y="2412123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구글 스프레드시트 내용 출력</a:t>
              </a:r>
            </a:p>
          </p:txBody>
        </p:sp>
      </p:grp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F3F60980-490C-2534-6CE2-9741C5571699}"/>
              </a:ext>
            </a:extLst>
          </p:cNvPr>
          <p:cNvCxnSpPr>
            <a:cxnSpLocks/>
          </p:cNvCxnSpPr>
          <p:nvPr/>
        </p:nvCxnSpPr>
        <p:spPr>
          <a:xfrm>
            <a:off x="1884216" y="2789382"/>
            <a:ext cx="969818" cy="905163"/>
          </a:xfrm>
          <a:prstGeom prst="bentConnector3">
            <a:avLst>
              <a:gd name="adj1" fmla="val 476"/>
            </a:avLst>
          </a:prstGeom>
          <a:ln w="158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DDFEF28-0734-0B75-436D-852B3E8329C9}"/>
              </a:ext>
            </a:extLst>
          </p:cNvPr>
          <p:cNvGrpSpPr/>
          <p:nvPr/>
        </p:nvGrpSpPr>
        <p:grpSpPr>
          <a:xfrm>
            <a:off x="7204363" y="1996497"/>
            <a:ext cx="4167351" cy="336330"/>
            <a:chOff x="4797973" y="2412123"/>
            <a:chExt cx="4167351" cy="336330"/>
          </a:xfrm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CBD9880-BDDF-4FC1-ADDD-B00C2D82C3A5}"/>
                </a:ext>
              </a:extLst>
            </p:cNvPr>
            <p:cNvSpPr/>
            <p:nvPr/>
          </p:nvSpPr>
          <p:spPr>
            <a:xfrm>
              <a:off x="4797973" y="2412123"/>
              <a:ext cx="355014" cy="33633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3410197-46DA-53E4-0EA5-8F50686EB071}"/>
                </a:ext>
              </a:extLst>
            </p:cNvPr>
            <p:cNvSpPr txBox="1"/>
            <p:nvPr/>
          </p:nvSpPr>
          <p:spPr>
            <a:xfrm>
              <a:off x="5139559" y="2412123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프롬프트 내용 클릭 시 </a:t>
              </a:r>
              <a:r>
                <a:rPr lang="ko-KR" altLang="en-US" sz="12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모달창이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출력된다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7F95055A-A2A4-3B56-A37A-322A6D38EF38}"/>
              </a:ext>
            </a:extLst>
          </p:cNvPr>
          <p:cNvCxnSpPr>
            <a:cxnSpLocks/>
          </p:cNvCxnSpPr>
          <p:nvPr/>
        </p:nvCxnSpPr>
        <p:spPr>
          <a:xfrm rot="16200000" flipH="1">
            <a:off x="9396248" y="2406868"/>
            <a:ext cx="704193" cy="515007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98EB1B0-6644-E61B-6567-800603696199}"/>
              </a:ext>
            </a:extLst>
          </p:cNvPr>
          <p:cNvGrpSpPr/>
          <p:nvPr/>
        </p:nvGrpSpPr>
        <p:grpSpPr>
          <a:xfrm>
            <a:off x="8529781" y="5760315"/>
            <a:ext cx="4167351" cy="336330"/>
            <a:chOff x="4797973" y="2412123"/>
            <a:chExt cx="4167351" cy="336330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2DEB5CF1-1A85-5BBA-3BF0-1327EFF9B876}"/>
                </a:ext>
              </a:extLst>
            </p:cNvPr>
            <p:cNvSpPr/>
            <p:nvPr/>
          </p:nvSpPr>
          <p:spPr>
            <a:xfrm>
              <a:off x="4797973" y="2412123"/>
              <a:ext cx="355014" cy="33633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3</a:t>
              </a:r>
              <a:endParaRPr lang="ko-KR" alt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9DD9C86-20B4-FB2C-35E8-09414293447F}"/>
                </a:ext>
              </a:extLst>
            </p:cNvPr>
            <p:cNvSpPr txBox="1"/>
            <p:nvPr/>
          </p:nvSpPr>
          <p:spPr>
            <a:xfrm>
              <a:off x="5139559" y="2412123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프롬프트 내용을 복사한다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365037DD-BA6F-6A89-3B66-DB87F799EE5D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612582" y="5430981"/>
            <a:ext cx="655782" cy="498763"/>
          </a:xfrm>
          <a:prstGeom prst="bentConnector3">
            <a:avLst>
              <a:gd name="adj1" fmla="val -2112"/>
            </a:avLst>
          </a:prstGeom>
          <a:ln w="158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7C784E2-70EA-4544-6030-77E0CB27CCFD}"/>
              </a:ext>
            </a:extLst>
          </p:cNvPr>
          <p:cNvGrpSpPr/>
          <p:nvPr/>
        </p:nvGrpSpPr>
        <p:grpSpPr>
          <a:xfrm>
            <a:off x="1311562" y="6078970"/>
            <a:ext cx="4167351" cy="336330"/>
            <a:chOff x="4797973" y="2412123"/>
            <a:chExt cx="4167351" cy="336330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25632021-E01E-EA4C-B9FE-52031FDA246D}"/>
                </a:ext>
              </a:extLst>
            </p:cNvPr>
            <p:cNvSpPr/>
            <p:nvPr/>
          </p:nvSpPr>
          <p:spPr>
            <a:xfrm>
              <a:off x="4797973" y="2412123"/>
              <a:ext cx="355014" cy="33633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8DDE280-166F-5C5C-D44B-4C257B2AE997}"/>
                </a:ext>
              </a:extLst>
            </p:cNvPr>
            <p:cNvSpPr txBox="1"/>
            <p:nvPr/>
          </p:nvSpPr>
          <p:spPr>
            <a:xfrm>
              <a:off x="5139559" y="2412123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프롬프트 목록을 </a:t>
              </a:r>
              <a:r>
                <a:rPr lang="ko-KR" altLang="en-US" sz="12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페이지네이션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처리한다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8A2A6ACA-52C8-6BC5-BFF6-CFF9B02008F3}"/>
              </a:ext>
            </a:extLst>
          </p:cNvPr>
          <p:cNvCxnSpPr>
            <a:cxnSpLocks/>
          </p:cNvCxnSpPr>
          <p:nvPr/>
        </p:nvCxnSpPr>
        <p:spPr>
          <a:xfrm rot="10800000" flipV="1">
            <a:off x="4304146" y="5920508"/>
            <a:ext cx="1293091" cy="323273"/>
          </a:xfrm>
          <a:prstGeom prst="bentConnector3">
            <a:avLst>
              <a:gd name="adj1" fmla="val -715"/>
            </a:avLst>
          </a:prstGeom>
          <a:ln w="158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552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01321B7-9DFF-534B-1749-DEFD450F5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276" y="1008993"/>
            <a:ext cx="3891409" cy="37206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FDCDB3A-EF4A-0DAE-F1C0-FF6CB65149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020" y="798785"/>
            <a:ext cx="4092244" cy="43302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5447AC2D-0E3F-D85C-A0F8-DF43D2720DA8}"/>
              </a:ext>
            </a:extLst>
          </p:cNvPr>
          <p:cNvSpPr/>
          <p:nvPr/>
        </p:nvSpPr>
        <p:spPr>
          <a:xfrm>
            <a:off x="5307724" y="2296984"/>
            <a:ext cx="1030014" cy="693682"/>
          </a:xfrm>
          <a:prstGeom prst="rightArrow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B2FF53B0-8408-D052-5B0E-F88CA36327C7}"/>
              </a:ext>
            </a:extLst>
          </p:cNvPr>
          <p:cNvSpPr/>
          <p:nvPr/>
        </p:nvSpPr>
        <p:spPr>
          <a:xfrm flipH="1">
            <a:off x="5239406" y="3300722"/>
            <a:ext cx="1030014" cy="693682"/>
          </a:xfrm>
          <a:prstGeom prst="rightArrow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F1C91B-3FA0-58C0-C394-8BF569878F6B}"/>
              </a:ext>
            </a:extLst>
          </p:cNvPr>
          <p:cNvSpPr txBox="1"/>
          <p:nvPr/>
        </p:nvSpPr>
        <p:spPr>
          <a:xfrm>
            <a:off x="788276" y="5471107"/>
            <a:ext cx="43092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회원가입 유효성체크 사항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이메일은 이메일 형식을 만족해야 하며 중복 체크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비빌번호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는 숫자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문자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특수문자 조합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F3469B-5845-8599-952D-FCAD8B173CA3}"/>
              </a:ext>
            </a:extLst>
          </p:cNvPr>
          <p:cNvSpPr txBox="1"/>
          <p:nvPr/>
        </p:nvSpPr>
        <p:spPr>
          <a:xfrm>
            <a:off x="6879020" y="5471107"/>
            <a:ext cx="43092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로그인 유효성체크 사항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이메일은 이메일 형식을 만족해야 하며 가입 여부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비빌번호와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이메일 일치여부 체크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F5DA960-D2B0-CC2F-DD33-181198CE9337}"/>
              </a:ext>
            </a:extLst>
          </p:cNvPr>
          <p:cNvSpPr/>
          <p:nvPr/>
        </p:nvSpPr>
        <p:spPr>
          <a:xfrm>
            <a:off x="3641836" y="4125308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D3A27697-CD16-EC99-F39A-98CA4FEC40A0}"/>
              </a:ext>
            </a:extLst>
          </p:cNvPr>
          <p:cNvSpPr/>
          <p:nvPr/>
        </p:nvSpPr>
        <p:spPr>
          <a:xfrm>
            <a:off x="10273863" y="4535211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BA3358B-195D-9725-9DAF-D4C8DA3C06C7}"/>
              </a:ext>
            </a:extLst>
          </p:cNvPr>
          <p:cNvSpPr/>
          <p:nvPr/>
        </p:nvSpPr>
        <p:spPr>
          <a:xfrm>
            <a:off x="8287408" y="1949666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6062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164</Words>
  <Application>Microsoft Office PowerPoint</Application>
  <PresentationFormat>와이드스크린</PresentationFormat>
  <Paragraphs>44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Noto Sans KR</vt:lpstr>
      <vt:lpstr>Noto Sans KR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조향덕</dc:creator>
  <cp:lastModifiedBy>조향덕</cp:lastModifiedBy>
  <cp:revision>8</cp:revision>
  <dcterms:created xsi:type="dcterms:W3CDTF">2026-05-31T12:24:24Z</dcterms:created>
  <dcterms:modified xsi:type="dcterms:W3CDTF">2026-06-30T15:34:47Z</dcterms:modified>
</cp:coreProperties>
</file>