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23" y="42"/>
      </p:cViewPr>
      <p:guideLst>
        <p:guide orient="horz" pos="2160"/>
        <p:guide pos="379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E933-D4C7-907C-2F73-6404787C3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A3CE8B-0F84-BCC2-F7A8-38A2CD95D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CC252-55EB-FA6E-6AA7-C5680979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933D8-F170-1F22-C01F-3B776DC2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BCBBF-7D16-4BDA-FDBD-126B9995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11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D6DCC-F337-B533-10A6-470ACB28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811FD-36F0-08DF-9989-61FA69D4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70BF1-7344-41C4-5AE3-BA2AF39C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6CF94A-2F50-AC24-B200-A87E003F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E8B2EB-1289-A67A-5DA3-130EE889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35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2C0A9-C977-2DC7-7C98-32363668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A964EF-CCBB-8401-B8C0-0B97C0A32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42F60-5ADD-53F2-0712-10C30D7F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462C0-DA18-3EB4-9218-8C2EF220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9944D-17FB-4123-5BB8-432E4F3A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30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2A0E7-CF1B-6FCC-FA7C-6298A010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D9660D-2066-7C1B-AB6B-A44CC2902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0F2C11-F8E6-8C3B-20EC-F9F9AD8D2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3FC5DB-A55C-AD83-EDBA-FC29A9F2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3EEE83-7EE3-BF91-A77E-32756295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C50B8C-327A-45AA-2397-C27F241F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62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3EA97-2D48-7362-E8DF-DA57B4C5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FC90FC-6940-CA82-F708-6DB880BA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FDEA2B-8239-397A-5159-414B0953A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52CD70-3049-76A7-CFA0-31620463B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426201-2814-D231-7363-6A22E45FA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F488BE-018C-1C18-5B8F-9A4CC8D9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F2485F-7C44-F7DB-27A2-DEC1E123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C66731-4463-60D0-5DDC-6FF579DE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1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181BB-082C-3AD5-1387-537A2217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A8B155-70A7-3FEB-11C8-47C476EB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8DDD06-F666-BAB2-8192-2163B485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920C12-5B58-49DA-8222-54B67F79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62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F1579E-2AE6-B1B0-B2AA-8ABAE991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733D2A-E460-F848-AA9F-6C15D361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188BAB-33B0-26D2-479A-35A01CE1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50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01FAD-EC57-53CB-4FD4-9D67BB3F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B7BB6-799D-9D9C-7802-23EA8BE7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7E0D32-E761-F57B-4475-5F23F9F0F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8F38F6-8480-9E1C-60A2-F4013DE5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B8A4A0-D227-1C5C-39DB-EC7DABB8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85BCAA-0ECB-32A4-0ACB-8F38FA98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4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4EFF7-30A1-FA50-D1A8-3C90555D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839A3A-5C9C-10B3-E1ED-5C6CD8F21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BA6A0-E81E-E8DC-FD9B-181F2B8B2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B78CF2-40BB-F2DE-E297-E82EC689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4DD254-6716-23E1-B05C-BB79DF2C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C6E0C4-CAD2-2EC2-925A-1D4A6822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06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9CC80-535E-4282-587D-BB1D610C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8B6ABB-5E8C-86BA-7A92-529587623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1FEF5-498F-78E3-120C-F2380537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09E00D-97C6-8857-51DF-1086873E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0EF13-EC41-CE10-64CD-69ACAEEB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05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5381C0-434E-3C6A-40B7-57DA6BEC9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10EE8-264E-8674-EDA8-C0453AB67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FABDCC-43ED-5BA6-4C04-63ABC3C7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79F09-0B28-0A35-D997-DEDF798E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016B5B-4FAA-52DA-F663-9D698836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45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AF3695-218F-BF18-E3D2-E123CA7B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15EA5-6B84-49AF-E1CB-58CB277E9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94303-3D8F-F8C7-82B0-DB521AD64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AF7BB-76F6-449E-9F4F-A60E1863C87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46C50-0A71-B0BE-4469-D3155B2BC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396A10-17CB-82DA-DEC4-95F395D49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F128D-D7DD-4C9E-A4C0-3634E0BE83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7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7DD43F-2FBD-D5DF-CF43-9C25B48FF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165" y="1055890"/>
            <a:ext cx="7669672" cy="5188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5796A-C028-35E1-2125-86083D38484A}"/>
              </a:ext>
            </a:extLst>
          </p:cNvPr>
          <p:cNvSpPr txBox="1"/>
          <p:nvPr/>
        </p:nvSpPr>
        <p:spPr>
          <a:xfrm>
            <a:off x="192376" y="1555532"/>
            <a:ext cx="41515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바이브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코딩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카카오 </a:t>
            </a:r>
            <a:r>
              <a:rPr lang="en-US" altLang="ko-KR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</a:t>
            </a:r>
            <a:r>
              <a:rPr lang="ko-KR" altLang="en-US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endParaRPr lang="en-US" altLang="ko-KR" sz="3200" b="1" dirty="0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283A18C-0190-7F15-019E-578B0FDC9A46}"/>
              </a:ext>
            </a:extLst>
          </p:cNvPr>
          <p:cNvCxnSpPr>
            <a:cxnSpLocks/>
          </p:cNvCxnSpPr>
          <p:nvPr/>
        </p:nvCxnSpPr>
        <p:spPr>
          <a:xfrm>
            <a:off x="192376" y="2677704"/>
            <a:ext cx="3834679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942946-B8C0-8DF3-BB03-E484A48B5D98}"/>
              </a:ext>
            </a:extLst>
          </p:cNvPr>
          <p:cNvSpPr txBox="1"/>
          <p:nvPr/>
        </p:nvSpPr>
        <p:spPr>
          <a:xfrm>
            <a:off x="192376" y="2798579"/>
            <a:ext cx="4130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카카오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REST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검색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AIP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와 지도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API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활용한 예제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717B069-CE8A-3B1C-DD10-0F4C35B63F21}"/>
              </a:ext>
            </a:extLst>
          </p:cNvPr>
          <p:cNvSpPr/>
          <p:nvPr/>
        </p:nvSpPr>
        <p:spPr>
          <a:xfrm>
            <a:off x="4593500" y="35147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648B9CC-9D72-2762-2154-7DC557C3A0E5}"/>
              </a:ext>
            </a:extLst>
          </p:cNvPr>
          <p:cNvSpPr/>
          <p:nvPr/>
        </p:nvSpPr>
        <p:spPr>
          <a:xfrm>
            <a:off x="5951563" y="35147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57F88BB-14A8-A0DB-C81F-412264C65808}"/>
              </a:ext>
            </a:extLst>
          </p:cNvPr>
          <p:cNvSpPr/>
          <p:nvPr/>
        </p:nvSpPr>
        <p:spPr>
          <a:xfrm>
            <a:off x="7309626" y="35147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635314D-CA61-F733-9148-CE4FB54D28CD}"/>
              </a:ext>
            </a:extLst>
          </p:cNvPr>
          <p:cNvSpPr/>
          <p:nvPr/>
        </p:nvSpPr>
        <p:spPr>
          <a:xfrm>
            <a:off x="8667689" y="35147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A52352-C611-628D-D8B0-CDBB35730709}"/>
              </a:ext>
            </a:extLst>
          </p:cNvPr>
          <p:cNvSpPr/>
          <p:nvPr/>
        </p:nvSpPr>
        <p:spPr>
          <a:xfrm>
            <a:off x="10025751" y="35147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20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4DF17C2-BF76-76FD-2887-B908012D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7" y="1369282"/>
            <a:ext cx="8036856" cy="4936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32EEE12-EF2C-029A-0639-70A97B291723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ED28AD-F922-54E2-EDA6-A387783F5F0A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도서 검색 페이지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A0C987A-BBAD-3A09-0C2B-34FDE1BA4044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01</a:t>
              </a:r>
              <a:endParaRPr lang="ko-KR" altLang="en-US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B08BCA-5F94-EFFC-D0D9-EF2128D2A49D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도서 검색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REST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도서명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/ISBN/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출판사명으로 검색한다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AB7C0E9-1030-DC63-995F-9AC336DCB7E8}"/>
              </a:ext>
            </a:extLst>
          </p:cNvPr>
          <p:cNvSpPr txBox="1"/>
          <p:nvPr/>
        </p:nvSpPr>
        <p:spPr>
          <a:xfrm>
            <a:off x="8792552" y="2475350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검색기능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도서명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/ISBN/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출판사명으로 검색가능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D666EF6-9B49-2C13-D89B-3A054615D53B}"/>
              </a:ext>
            </a:extLst>
          </p:cNvPr>
          <p:cNvSpPr/>
          <p:nvPr/>
        </p:nvSpPr>
        <p:spPr>
          <a:xfrm>
            <a:off x="8487104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20DFB2-0C3A-6EC3-B580-AFB15CBA864E}"/>
              </a:ext>
            </a:extLst>
          </p:cNvPr>
          <p:cNvSpPr/>
          <p:nvPr/>
        </p:nvSpPr>
        <p:spPr>
          <a:xfrm>
            <a:off x="6242190" y="273650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E80BBEA-C1F5-2465-628C-7887F5F1411B}"/>
              </a:ext>
            </a:extLst>
          </p:cNvPr>
          <p:cNvSpPr/>
          <p:nvPr/>
        </p:nvSpPr>
        <p:spPr>
          <a:xfrm>
            <a:off x="2716924" y="568083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EF58E5-94B6-07FE-029B-7454DB311C48}"/>
              </a:ext>
            </a:extLst>
          </p:cNvPr>
          <p:cNvSpPr txBox="1"/>
          <p:nvPr/>
        </p:nvSpPr>
        <p:spPr>
          <a:xfrm>
            <a:off x="8792552" y="4423704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페이지네이션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 도서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F410E7F-3098-5E40-7D63-014E3B8A92EE}"/>
              </a:ext>
            </a:extLst>
          </p:cNvPr>
          <p:cNvSpPr/>
          <p:nvPr/>
        </p:nvSpPr>
        <p:spPr>
          <a:xfrm>
            <a:off x="8487104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72B5B16-CBFB-57B2-95DD-CE081426CCDF}"/>
              </a:ext>
            </a:extLst>
          </p:cNvPr>
          <p:cNvSpPr/>
          <p:nvPr/>
        </p:nvSpPr>
        <p:spPr>
          <a:xfrm>
            <a:off x="409426" y="415429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3D381-C35B-64F5-94BB-F4A0CB6F57DF}"/>
              </a:ext>
            </a:extLst>
          </p:cNvPr>
          <p:cNvSpPr txBox="1"/>
          <p:nvPr/>
        </p:nvSpPr>
        <p:spPr>
          <a:xfrm>
            <a:off x="8792552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그리드 레이아웃</a:t>
            </a:r>
            <a:endParaRPr lang="en-US" altLang="ko-KR" sz="1600" b="1" dirty="0"/>
          </a:p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행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열의 그리드 레이아웃으로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8D7C9E0-5CE7-2B0E-8ECF-9A6382EE5031}"/>
              </a:ext>
            </a:extLst>
          </p:cNvPr>
          <p:cNvSpPr/>
          <p:nvPr/>
        </p:nvSpPr>
        <p:spPr>
          <a:xfrm>
            <a:off x="8487104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138117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2957349-B32F-3C47-4A97-72A669475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08" y="1338580"/>
            <a:ext cx="8390853" cy="5034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77D078E-7A62-F898-895E-35D5DCA9025B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062EF0-C51F-1998-4E3F-18A4FC066237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도서 상세보기 페이지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93BB5FF-36D1-9481-3DD7-1A83F5161771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02</a:t>
              </a:r>
              <a:endParaRPr lang="ko-KR" alt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D47F9C-C328-52A2-6462-DC14CB076EC2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도서 이미지를 클릭한 경우 도서 상세보기 내용이 </a:t>
              </a:r>
              <a:r>
                <a:rPr lang="ko-KR" altLang="en-US" sz="14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모달창으로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08D2DDA-77E0-5BA6-A968-F45953569348}"/>
              </a:ext>
            </a:extLst>
          </p:cNvPr>
          <p:cNvSpPr/>
          <p:nvPr/>
        </p:nvSpPr>
        <p:spPr>
          <a:xfrm>
            <a:off x="1679426" y="366938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6D7B08-22F6-AF89-9E03-A4B4E9988184}"/>
              </a:ext>
            </a:extLst>
          </p:cNvPr>
          <p:cNvSpPr/>
          <p:nvPr/>
        </p:nvSpPr>
        <p:spPr>
          <a:xfrm>
            <a:off x="5881981" y="286581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FB744DF-D477-6B01-9186-164BB31301F0}"/>
              </a:ext>
            </a:extLst>
          </p:cNvPr>
          <p:cNvSpPr/>
          <p:nvPr/>
        </p:nvSpPr>
        <p:spPr>
          <a:xfrm>
            <a:off x="3157245" y="557207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189470-BB8E-3890-3D8A-DF41EC9D185F}"/>
              </a:ext>
            </a:extLst>
          </p:cNvPr>
          <p:cNvSpPr txBox="1"/>
          <p:nvPr/>
        </p:nvSpPr>
        <p:spPr>
          <a:xfrm>
            <a:off x="9069638" y="2475350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도서 이미지 클릭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도서 상세정보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모달창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 출력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2DADA55-9103-5786-07AF-B84950088621}"/>
              </a:ext>
            </a:extLst>
          </p:cNvPr>
          <p:cNvSpPr/>
          <p:nvPr/>
        </p:nvSpPr>
        <p:spPr>
          <a:xfrm>
            <a:off x="8764190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F2F909-07D8-8A1D-CB7F-07193187FAC4}"/>
              </a:ext>
            </a:extLst>
          </p:cNvPr>
          <p:cNvSpPr txBox="1"/>
          <p:nvPr/>
        </p:nvSpPr>
        <p:spPr>
          <a:xfrm>
            <a:off x="9069638" y="4423704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상세 페이지 보기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링크로 연결된 도서정보 페이지로 이동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E3761AF-62C0-F8E1-C7B9-6555549F9387}"/>
              </a:ext>
            </a:extLst>
          </p:cNvPr>
          <p:cNvSpPr/>
          <p:nvPr/>
        </p:nvSpPr>
        <p:spPr>
          <a:xfrm>
            <a:off x="8764190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D9068-9E6B-2994-FCF3-F7618C152CF9}"/>
              </a:ext>
            </a:extLst>
          </p:cNvPr>
          <p:cNvSpPr txBox="1"/>
          <p:nvPr/>
        </p:nvSpPr>
        <p:spPr>
          <a:xfrm>
            <a:off x="9069638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도서 상세정보 </a:t>
            </a:r>
            <a:r>
              <a:rPr lang="ko-KR" altLang="en-US" sz="1600" b="1" dirty="0" err="1"/>
              <a:t>모달창</a:t>
            </a:r>
            <a:endParaRPr lang="en-US" altLang="ko-KR" sz="1600" b="1" dirty="0"/>
          </a:p>
          <a:p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모달창에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도서상세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정보가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AC7E766-BF20-5551-F482-25450D232368}"/>
              </a:ext>
            </a:extLst>
          </p:cNvPr>
          <p:cNvSpPr/>
          <p:nvPr/>
        </p:nvSpPr>
        <p:spPr>
          <a:xfrm>
            <a:off x="8764190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248353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12EEF21-8FF3-4C9F-881C-693CD6DF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92" y="1290609"/>
            <a:ext cx="8282454" cy="5045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AE78C01-569D-81BF-6750-580AAED37B5F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6CF745-DC31-A8BD-D0E1-0A726552E034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블로그 검색 페이지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232860F-C492-7A40-3724-66EDBEDB60E3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03</a:t>
              </a:r>
              <a:endParaRPr lang="ko-KR" alt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5CA20E-F124-C9A4-7F32-E8C0F4B89651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블로그 검색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REST 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검색어 입력으로 특정 블로그 글만 검색한다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DE45D58-6421-6538-8391-05F303CB5D8C}"/>
              </a:ext>
            </a:extLst>
          </p:cNvPr>
          <p:cNvSpPr/>
          <p:nvPr/>
        </p:nvSpPr>
        <p:spPr>
          <a:xfrm>
            <a:off x="6242190" y="273650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D1A9313-D90E-BD40-7E0B-A0FBB889BA77}"/>
              </a:ext>
            </a:extLst>
          </p:cNvPr>
          <p:cNvSpPr/>
          <p:nvPr/>
        </p:nvSpPr>
        <p:spPr>
          <a:xfrm>
            <a:off x="2940190" y="579836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F349A7E-39F7-53B5-B750-2FED7198C822}"/>
              </a:ext>
            </a:extLst>
          </p:cNvPr>
          <p:cNvSpPr/>
          <p:nvPr/>
        </p:nvSpPr>
        <p:spPr>
          <a:xfrm>
            <a:off x="2543027" y="410810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0F770-C1F0-299F-9CA5-A30558110464}"/>
              </a:ext>
            </a:extLst>
          </p:cNvPr>
          <p:cNvSpPr txBox="1"/>
          <p:nvPr/>
        </p:nvSpPr>
        <p:spPr>
          <a:xfrm>
            <a:off x="9023452" y="2770911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검색기능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검색어를 입력해 특정 블로그 글 검색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0014736-A64E-F5B0-DDA7-5FEDD98921A6}"/>
              </a:ext>
            </a:extLst>
          </p:cNvPr>
          <p:cNvSpPr/>
          <p:nvPr/>
        </p:nvSpPr>
        <p:spPr>
          <a:xfrm>
            <a:off x="8718004" y="28182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95BB6-976B-0817-560F-6042BD274F7F}"/>
              </a:ext>
            </a:extLst>
          </p:cNvPr>
          <p:cNvSpPr txBox="1"/>
          <p:nvPr/>
        </p:nvSpPr>
        <p:spPr>
          <a:xfrm>
            <a:off x="9023452" y="4719265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페이지네이션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한페이지에 도서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5BD8700-BB02-E5BB-CE66-02488D3C3915}"/>
              </a:ext>
            </a:extLst>
          </p:cNvPr>
          <p:cNvSpPr/>
          <p:nvPr/>
        </p:nvSpPr>
        <p:spPr>
          <a:xfrm>
            <a:off x="8718004" y="479426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4324A6-80EA-49FD-5412-58FD3D0F934E}"/>
              </a:ext>
            </a:extLst>
          </p:cNvPr>
          <p:cNvSpPr txBox="1"/>
          <p:nvPr/>
        </p:nvSpPr>
        <p:spPr>
          <a:xfrm>
            <a:off x="9023452" y="3745088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카드 상자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글 </a:t>
            </a:r>
            <a:r>
              <a:rPr lang="ko-KR" altLang="en-US" sz="1600" b="1" dirty="0" err="1"/>
              <a:t>보러가기</a:t>
            </a:r>
            <a:r>
              <a:rPr lang="en-US" altLang="ko-KR" sz="1600" b="1" dirty="0"/>
              <a:t>)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글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보러가기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링크 텍스트와 블로그 연결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AAA978F-3064-9D86-9CDA-C8DB9E0141CC}"/>
              </a:ext>
            </a:extLst>
          </p:cNvPr>
          <p:cNvSpPr/>
          <p:nvPr/>
        </p:nvSpPr>
        <p:spPr>
          <a:xfrm>
            <a:off x="8718004" y="380623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226653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9457950-A778-C644-3B5E-111015F4F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9" y="1302257"/>
            <a:ext cx="8007258" cy="5082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CB7B645-20EB-D7D0-36BA-11FA8D9D2054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F4162B-1A1F-B83C-967A-1F1D30298AF1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동영상 검색 페이지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7DEBABC-883E-3CB6-3FA3-1F6355D2D6ED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04</a:t>
              </a:r>
              <a:endParaRPr lang="ko-KR" alt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1E3014-7880-73B5-9BDB-455B6906ED9D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동영상 검색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REST 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검색어 입력으로 특정 동영상을 검색한다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EDD1BA8F-BDB6-7692-F9B8-DE14B2F3E586}"/>
              </a:ext>
            </a:extLst>
          </p:cNvPr>
          <p:cNvSpPr/>
          <p:nvPr/>
        </p:nvSpPr>
        <p:spPr>
          <a:xfrm>
            <a:off x="6528516" y="273650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C0EB56A-DA2D-870B-C5C8-877A8BFC9315}"/>
              </a:ext>
            </a:extLst>
          </p:cNvPr>
          <p:cNvSpPr/>
          <p:nvPr/>
        </p:nvSpPr>
        <p:spPr>
          <a:xfrm>
            <a:off x="3194190" y="3092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9D162CE-96EC-BE4E-9642-0FD352FDB5D8}"/>
              </a:ext>
            </a:extLst>
          </p:cNvPr>
          <p:cNvSpPr/>
          <p:nvPr/>
        </p:nvSpPr>
        <p:spPr>
          <a:xfrm>
            <a:off x="2884771" y="590919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049D4-F6BB-33D0-0A51-89F3FFF8E832}"/>
              </a:ext>
            </a:extLst>
          </p:cNvPr>
          <p:cNvSpPr txBox="1"/>
          <p:nvPr/>
        </p:nvSpPr>
        <p:spPr>
          <a:xfrm>
            <a:off x="8792552" y="2475350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검색기능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동영상 제목과 일치하는 동영상 출력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3596A97-74C3-4C72-AA3F-E0D9721A1B28}"/>
              </a:ext>
            </a:extLst>
          </p:cNvPr>
          <p:cNvSpPr/>
          <p:nvPr/>
        </p:nvSpPr>
        <p:spPr>
          <a:xfrm>
            <a:off x="8487104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00755-AF3A-7AFC-5591-79D077AA0D95}"/>
              </a:ext>
            </a:extLst>
          </p:cNvPr>
          <p:cNvSpPr txBox="1"/>
          <p:nvPr/>
        </p:nvSpPr>
        <p:spPr>
          <a:xfrm>
            <a:off x="8792552" y="4423704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카드 상자 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카드 상자 클릭 시 해당 동영상 플레이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039EBC1-9A5C-8103-CB49-84EF7782A4C3}"/>
              </a:ext>
            </a:extLst>
          </p:cNvPr>
          <p:cNvSpPr/>
          <p:nvPr/>
        </p:nvSpPr>
        <p:spPr>
          <a:xfrm>
            <a:off x="8487104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87F399-9305-9CA6-4DC8-26F47C482A48}"/>
              </a:ext>
            </a:extLst>
          </p:cNvPr>
          <p:cNvSpPr txBox="1"/>
          <p:nvPr/>
        </p:nvSpPr>
        <p:spPr>
          <a:xfrm>
            <a:off x="8792552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그리드 레이아웃</a:t>
            </a:r>
            <a:endParaRPr lang="en-US" altLang="ko-KR" sz="1600" b="1" dirty="0"/>
          </a:p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행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열의 그리드 레이아웃으로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2940AEC-ABF5-3B1D-6A44-88712CF2A17C}"/>
              </a:ext>
            </a:extLst>
          </p:cNvPr>
          <p:cNvSpPr/>
          <p:nvPr/>
        </p:nvSpPr>
        <p:spPr>
          <a:xfrm>
            <a:off x="8487104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F06F8-5656-A8B0-8F57-E7CBB64F0FBD}"/>
              </a:ext>
            </a:extLst>
          </p:cNvPr>
          <p:cNvSpPr txBox="1"/>
          <p:nvPr/>
        </p:nvSpPr>
        <p:spPr>
          <a:xfrm>
            <a:off x="8815642" y="5324249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페이지네이션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 도서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12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B17FAEB-7F0F-DFD8-C031-2F5972943C3F}"/>
              </a:ext>
            </a:extLst>
          </p:cNvPr>
          <p:cNvSpPr/>
          <p:nvPr/>
        </p:nvSpPr>
        <p:spPr>
          <a:xfrm>
            <a:off x="8510194" y="539924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26D78F2-CA51-791D-DFC5-FDEFBE75FF78}"/>
              </a:ext>
            </a:extLst>
          </p:cNvPr>
          <p:cNvSpPr/>
          <p:nvPr/>
        </p:nvSpPr>
        <p:spPr>
          <a:xfrm>
            <a:off x="1642481" y="359549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385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F8C09FD-E142-9E2A-686F-C4FBFDECC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82" y="1418862"/>
            <a:ext cx="7992407" cy="4991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E3D23BE-8537-B94C-4D2D-33D6346748DE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A5EB50-EC01-D488-2FCE-E835222AAEE9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이미지 검색 페이지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FCA046-6171-34ED-5AA9-F977AAAC6AB8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05</a:t>
              </a:r>
              <a:endParaRPr lang="ko-KR" alt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42ADCE-1AFF-9CE8-7791-7A16BEAECE8A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이미지 검색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REST 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검색어 입력으로 특정 이미지를 검색한다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EA079CC9-B33A-69D4-DF34-92A559BBE6E5}"/>
              </a:ext>
            </a:extLst>
          </p:cNvPr>
          <p:cNvSpPr/>
          <p:nvPr/>
        </p:nvSpPr>
        <p:spPr>
          <a:xfrm>
            <a:off x="6059488" y="268109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EF44F06-40B2-145D-5F28-B2860DDC3F45}"/>
              </a:ext>
            </a:extLst>
          </p:cNvPr>
          <p:cNvSpPr/>
          <p:nvPr/>
        </p:nvSpPr>
        <p:spPr>
          <a:xfrm>
            <a:off x="1116007" y="421432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09E421-7EF9-7107-87B9-504CCDBE3E52}"/>
              </a:ext>
            </a:extLst>
          </p:cNvPr>
          <p:cNvSpPr/>
          <p:nvPr/>
        </p:nvSpPr>
        <p:spPr>
          <a:xfrm>
            <a:off x="3129534" y="374327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4DF16E2-8A5F-DD65-2869-E772455EEB25}"/>
              </a:ext>
            </a:extLst>
          </p:cNvPr>
          <p:cNvSpPr/>
          <p:nvPr/>
        </p:nvSpPr>
        <p:spPr>
          <a:xfrm>
            <a:off x="3175716" y="602465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A7D9B6-54F9-3C1C-FE8F-211AEAABD1FF}"/>
              </a:ext>
            </a:extLst>
          </p:cNvPr>
          <p:cNvSpPr txBox="1"/>
          <p:nvPr/>
        </p:nvSpPr>
        <p:spPr>
          <a:xfrm>
            <a:off x="8792552" y="2475350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검색기능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이미지 제목과 일치하는 이미지 출력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04778A1-974B-76BC-02C5-BE4E5B6ECE0E}"/>
              </a:ext>
            </a:extLst>
          </p:cNvPr>
          <p:cNvSpPr/>
          <p:nvPr/>
        </p:nvSpPr>
        <p:spPr>
          <a:xfrm>
            <a:off x="8487104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26C90-7A97-C3E5-9ABD-6B1CBB538F7A}"/>
              </a:ext>
            </a:extLst>
          </p:cNvPr>
          <p:cNvSpPr txBox="1"/>
          <p:nvPr/>
        </p:nvSpPr>
        <p:spPr>
          <a:xfrm>
            <a:off x="8792552" y="4423704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카드 상자 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카드 상자 클릭 시 이미지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모달창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435AC69-319C-A749-CCD4-65A5EF61A246}"/>
              </a:ext>
            </a:extLst>
          </p:cNvPr>
          <p:cNvSpPr/>
          <p:nvPr/>
        </p:nvSpPr>
        <p:spPr>
          <a:xfrm>
            <a:off x="8487104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71676-3B6A-25BB-27E2-1A70506BD4FA}"/>
              </a:ext>
            </a:extLst>
          </p:cNvPr>
          <p:cNvSpPr txBox="1"/>
          <p:nvPr/>
        </p:nvSpPr>
        <p:spPr>
          <a:xfrm>
            <a:off x="8792552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그리드 레이아웃</a:t>
            </a:r>
            <a:endParaRPr lang="en-US" altLang="ko-KR" sz="1600" b="1" dirty="0"/>
          </a:p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행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열의 그리드 레이아웃으로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9DCCA00-36D4-32F3-653B-0D16D55B5D17}"/>
              </a:ext>
            </a:extLst>
          </p:cNvPr>
          <p:cNvSpPr/>
          <p:nvPr/>
        </p:nvSpPr>
        <p:spPr>
          <a:xfrm>
            <a:off x="8487104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5FC1C-CB01-B1FF-A799-94F64C2F1FD1}"/>
              </a:ext>
            </a:extLst>
          </p:cNvPr>
          <p:cNvSpPr txBox="1"/>
          <p:nvPr/>
        </p:nvSpPr>
        <p:spPr>
          <a:xfrm>
            <a:off x="8815642" y="5324249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페이지네이션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 도서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12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B8F1220-0019-1F69-F943-B9FCF7AEE641}"/>
              </a:ext>
            </a:extLst>
          </p:cNvPr>
          <p:cNvSpPr/>
          <p:nvPr/>
        </p:nvSpPr>
        <p:spPr>
          <a:xfrm>
            <a:off x="8510194" y="539924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11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570F719-8C78-73B0-7299-A8AF614FAF5D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F730E5D-A872-EA1F-244F-76181F8BCF70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이미지 검색 페이지 </a:t>
              </a:r>
              <a:r>
                <a:rPr lang="en-US" altLang="ko-KR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24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모달창</a:t>
              </a:r>
              <a:endPara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362513A-81F5-E6DE-B7FC-604337ED6946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06</a:t>
              </a:r>
              <a:endParaRPr lang="ko-KR" altLang="en-US" sz="24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50E9BA-C648-AA89-2C49-1E0AA93EC928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이미지 검색 페이지에서 이미지 클릭 시 원본 이미지가 </a:t>
              </a:r>
              <a:r>
                <a:rPr lang="ko-KR" altLang="en-US" sz="14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모달창으로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0CC7452-7CB2-B9A2-85FA-6606DCACF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38" y="1265382"/>
            <a:ext cx="7855143" cy="519401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F9F21294-2D9F-3D97-B1F9-2003A147473A}"/>
              </a:ext>
            </a:extLst>
          </p:cNvPr>
          <p:cNvSpPr/>
          <p:nvPr/>
        </p:nvSpPr>
        <p:spPr>
          <a:xfrm>
            <a:off x="1404360" y="378945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7570B10-9CA2-9F19-ADD0-E032EAC43DCD}"/>
              </a:ext>
            </a:extLst>
          </p:cNvPr>
          <p:cNvSpPr/>
          <p:nvPr/>
        </p:nvSpPr>
        <p:spPr>
          <a:xfrm>
            <a:off x="3907415" y="438058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9E08BBC-5633-18D8-C4B2-C628EA42F274}"/>
              </a:ext>
            </a:extLst>
          </p:cNvPr>
          <p:cNvSpPr/>
          <p:nvPr/>
        </p:nvSpPr>
        <p:spPr>
          <a:xfrm>
            <a:off x="5431415" y="5387346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59C09-2C39-9EDB-7029-A55D4A197871}"/>
              </a:ext>
            </a:extLst>
          </p:cNvPr>
          <p:cNvSpPr txBox="1"/>
          <p:nvPr/>
        </p:nvSpPr>
        <p:spPr>
          <a:xfrm>
            <a:off x="8681714" y="2475350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썸네일 이미지 클릭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원본 이미지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모달창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 출력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31E2024-301E-C65F-AB18-4E36BDBCF134}"/>
              </a:ext>
            </a:extLst>
          </p:cNvPr>
          <p:cNvSpPr/>
          <p:nvPr/>
        </p:nvSpPr>
        <p:spPr>
          <a:xfrm>
            <a:off x="8376266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77255-52AD-E407-0D28-1F1F50E65E41}"/>
              </a:ext>
            </a:extLst>
          </p:cNvPr>
          <p:cNvSpPr txBox="1"/>
          <p:nvPr/>
        </p:nvSpPr>
        <p:spPr>
          <a:xfrm>
            <a:off x="8681713" y="4423704"/>
            <a:ext cx="33902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원본보기 링크 텍스트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링크로 연결된 원본 이미지 페이지로 이동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DD1F98A-D361-FC8C-C4C8-9B5FEA49AB76}"/>
              </a:ext>
            </a:extLst>
          </p:cNvPr>
          <p:cNvSpPr/>
          <p:nvPr/>
        </p:nvSpPr>
        <p:spPr>
          <a:xfrm>
            <a:off x="8376266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49D85-41BB-0612-672C-7A86ECF197CD}"/>
              </a:ext>
            </a:extLst>
          </p:cNvPr>
          <p:cNvSpPr txBox="1"/>
          <p:nvPr/>
        </p:nvSpPr>
        <p:spPr>
          <a:xfrm>
            <a:off x="8681714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원본 이미지 </a:t>
            </a:r>
            <a:r>
              <a:rPr lang="ko-KR" altLang="en-US" sz="1600" b="1" dirty="0" err="1"/>
              <a:t>모달창</a:t>
            </a:r>
            <a:endParaRPr lang="en-US" altLang="ko-KR" sz="1600" b="1" dirty="0"/>
          </a:p>
          <a:p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모달창에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원본 이미지가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B53A8A6-A13E-7438-B60B-4836405DE394}"/>
              </a:ext>
            </a:extLst>
          </p:cNvPr>
          <p:cNvSpPr/>
          <p:nvPr/>
        </p:nvSpPr>
        <p:spPr>
          <a:xfrm>
            <a:off x="8376266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160319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3D3CB09-7211-2D5A-F9B0-55833B441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93" y="1289751"/>
            <a:ext cx="7910920" cy="5037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9005BDB-71B6-DFFF-0F21-9634D9BC1DD6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ABA2E6-0BC9-13DD-BE33-1F9ADC0D39E2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로컬 검색</a:t>
              </a:r>
              <a:r>
                <a:rPr lang="en-US" altLang="ko-KR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 </a:t>
              </a:r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지도 출력 페이지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22F00D2-3C79-C319-5EB8-B5ACBF3ECDE3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07</a:t>
              </a:r>
              <a:endParaRPr lang="ko-KR" alt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060117-DDDF-1A27-4584-9204C0E612F1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지역 검색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REST 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 지역을  검색하고  지도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API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 지도를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E5DF6A18-182D-5E63-DD62-63304429F18F}"/>
              </a:ext>
            </a:extLst>
          </p:cNvPr>
          <p:cNvSpPr/>
          <p:nvPr/>
        </p:nvSpPr>
        <p:spPr>
          <a:xfrm>
            <a:off x="6696796" y="241323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366AA38-A894-EECF-2592-D487902EBCB5}"/>
              </a:ext>
            </a:extLst>
          </p:cNvPr>
          <p:cNvSpPr/>
          <p:nvPr/>
        </p:nvSpPr>
        <p:spPr>
          <a:xfrm>
            <a:off x="1441305" y="318909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97CF43F-857A-9A60-A9E7-4DC9D4795032}"/>
              </a:ext>
            </a:extLst>
          </p:cNvPr>
          <p:cNvSpPr/>
          <p:nvPr/>
        </p:nvSpPr>
        <p:spPr>
          <a:xfrm>
            <a:off x="4784869" y="399265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52FD4-7A7E-93E9-F790-BD100AB3836E}"/>
              </a:ext>
            </a:extLst>
          </p:cNvPr>
          <p:cNvSpPr txBox="1"/>
          <p:nvPr/>
        </p:nvSpPr>
        <p:spPr>
          <a:xfrm>
            <a:off x="8681714" y="2004299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검색 기능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장소명으로 지역 정보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위치정보 출력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4A5B6AB-B11E-C084-0790-43736E31D713}"/>
              </a:ext>
            </a:extLst>
          </p:cNvPr>
          <p:cNvSpPr/>
          <p:nvPr/>
        </p:nvSpPr>
        <p:spPr>
          <a:xfrm>
            <a:off x="8376266" y="205158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ADEB7-CB7A-08E1-C291-186593AEB339}"/>
              </a:ext>
            </a:extLst>
          </p:cNvPr>
          <p:cNvSpPr txBox="1"/>
          <p:nvPr/>
        </p:nvSpPr>
        <p:spPr>
          <a:xfrm>
            <a:off x="8681714" y="4820870"/>
            <a:ext cx="33902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페이지네이션</a:t>
            </a:r>
            <a:r>
              <a:rPr lang="ko-KR" altLang="en-US" sz="1600" b="1" dirty="0"/>
              <a:t> 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 장소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07DF99-EE32-7169-535F-6EAA6304519F}"/>
              </a:ext>
            </a:extLst>
          </p:cNvPr>
          <p:cNvSpPr/>
          <p:nvPr/>
        </p:nvSpPr>
        <p:spPr>
          <a:xfrm>
            <a:off x="8376266" y="489586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57A44-AD3E-2357-C4AD-3A253D32C7E7}"/>
              </a:ext>
            </a:extLst>
          </p:cNvPr>
          <p:cNvSpPr txBox="1"/>
          <p:nvPr/>
        </p:nvSpPr>
        <p:spPr>
          <a:xfrm>
            <a:off x="8681714" y="2943156"/>
            <a:ext cx="34179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지역 정보 카드 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지도의 중심이 해당 장소 좌표로 이동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A717DD6-25CF-6C86-8FA8-3687D4705D6E}"/>
              </a:ext>
            </a:extLst>
          </p:cNvPr>
          <p:cNvSpPr/>
          <p:nvPr/>
        </p:nvSpPr>
        <p:spPr>
          <a:xfrm>
            <a:off x="8376266" y="299968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A6A16A4-89B3-1F33-8CCC-9E07E67EE204}"/>
              </a:ext>
            </a:extLst>
          </p:cNvPr>
          <p:cNvSpPr/>
          <p:nvPr/>
        </p:nvSpPr>
        <p:spPr>
          <a:xfrm>
            <a:off x="651596" y="588149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FF9FBD-6429-95E4-275C-A607F6BA492C}"/>
              </a:ext>
            </a:extLst>
          </p:cNvPr>
          <p:cNvSpPr txBox="1"/>
          <p:nvPr/>
        </p:nvSpPr>
        <p:spPr>
          <a:xfrm>
            <a:off x="8681714" y="3882013"/>
            <a:ext cx="33902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마커 마우스 </a:t>
            </a:r>
            <a:r>
              <a:rPr lang="ko-KR" altLang="en-US" sz="1600" b="1" dirty="0" err="1"/>
              <a:t>하버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마커에 마우스를 올리면 지역정보 출력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AB09F7C-6112-27E1-E03A-D00C97826392}"/>
              </a:ext>
            </a:extLst>
          </p:cNvPr>
          <p:cNvSpPr/>
          <p:nvPr/>
        </p:nvSpPr>
        <p:spPr>
          <a:xfrm>
            <a:off x="8376266" y="394777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83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8D3F47-3576-464F-76E5-B9DDBC6BE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4" y="1615212"/>
            <a:ext cx="3561392" cy="3594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474790-EEEE-76C6-A66B-99AFAB917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616" y="732152"/>
            <a:ext cx="3587582" cy="4477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BB22865-D804-F950-AD34-758F646F63D6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B359F-7C35-DFD1-2042-52086229038B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로그인</a:t>
              </a:r>
              <a:r>
                <a:rPr lang="en-US" altLang="ko-KR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회원가입 페이지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8764464-1577-7F7E-4186-D3A830B1F27A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08</a:t>
              </a:r>
              <a:endParaRPr lang="ko-KR" alt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CBF31B-0A07-B16A-EE4C-B2DB9F934E6B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이메일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비밀번호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닉네임 유효성 체크 후 로그인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회원가입 페이지를 작성한다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16C446E-4F1F-3DDE-2AF9-A32700F737E4}"/>
              </a:ext>
            </a:extLst>
          </p:cNvPr>
          <p:cNvSpPr/>
          <p:nvPr/>
        </p:nvSpPr>
        <p:spPr>
          <a:xfrm>
            <a:off x="5594051" y="2537126"/>
            <a:ext cx="1030014" cy="693682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A52D7EA-0D02-8944-8E7F-FDB3789C2F66}"/>
              </a:ext>
            </a:extLst>
          </p:cNvPr>
          <p:cNvSpPr/>
          <p:nvPr/>
        </p:nvSpPr>
        <p:spPr>
          <a:xfrm flipH="1">
            <a:off x="5507537" y="3531628"/>
            <a:ext cx="1030014" cy="693682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C0EBA-9599-9823-ED56-B6B17FDBDA16}"/>
              </a:ext>
            </a:extLst>
          </p:cNvPr>
          <p:cNvSpPr txBox="1"/>
          <p:nvPr/>
        </p:nvSpPr>
        <p:spPr>
          <a:xfrm>
            <a:off x="7370616" y="5419670"/>
            <a:ext cx="3342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회원가입 체크 사항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비밀번호 유효성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닉네임 중복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183E95-ADAA-46FC-922D-DEB8FC41837A}"/>
              </a:ext>
            </a:extLst>
          </p:cNvPr>
          <p:cNvSpPr txBox="1"/>
          <p:nvPr/>
        </p:nvSpPr>
        <p:spPr>
          <a:xfrm>
            <a:off x="875384" y="5419670"/>
            <a:ext cx="413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로그인 체크 사항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비밀번호 유효성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회원가입 여부와 비밀번호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 일치여부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639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A0476F8-B4CB-A8EE-10FD-EC5B711CA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33" y="1354573"/>
            <a:ext cx="7906991" cy="5018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E6A7C4D-198B-8006-B157-623FBE1EB02F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EEFA1C-7769-0837-7971-8E56BC32772E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도서 검색 페이지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59DE308-5870-A67D-DBE9-70B90B19BD3F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09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4B36BE-54C5-9CE0-D7D9-CF0D3032D0B1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 도서를 선택하여 즐겨찾기 데이터베이스에 등록하고 삭제하는 기능을 추가한다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B4024E9C-9309-C6FA-7BE3-9EDC10F45853}"/>
              </a:ext>
            </a:extLst>
          </p:cNvPr>
          <p:cNvSpPr/>
          <p:nvPr/>
        </p:nvSpPr>
        <p:spPr>
          <a:xfrm>
            <a:off x="2891415" y="333687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852F701-E428-5C3D-AFC8-A8183621D0E6}"/>
              </a:ext>
            </a:extLst>
          </p:cNvPr>
          <p:cNvSpPr/>
          <p:nvPr/>
        </p:nvSpPr>
        <p:spPr>
          <a:xfrm>
            <a:off x="5265159" y="334610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0148C65-CDA0-4A16-4F5A-493BB627A3CC}"/>
              </a:ext>
            </a:extLst>
          </p:cNvPr>
          <p:cNvSpPr/>
          <p:nvPr/>
        </p:nvSpPr>
        <p:spPr>
          <a:xfrm>
            <a:off x="1829234" y="256101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04F56-DACB-A108-5151-126D2AE1E2E9}"/>
              </a:ext>
            </a:extLst>
          </p:cNvPr>
          <p:cNvSpPr txBox="1"/>
          <p:nvPr/>
        </p:nvSpPr>
        <p:spPr>
          <a:xfrm>
            <a:off x="8681714" y="2475350"/>
            <a:ext cx="3090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빈 하트 클릭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로그인 전이면 로그인한 후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즐겨찾기 데이터베이스에 등록한다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Noto Sans KR Medium" panose="020B0200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D54DE9A-93F8-591E-61E8-D3939C28A72D}"/>
              </a:ext>
            </a:extLst>
          </p:cNvPr>
          <p:cNvSpPr/>
          <p:nvPr/>
        </p:nvSpPr>
        <p:spPr>
          <a:xfrm>
            <a:off x="8376266" y="25226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ED4C2-A3CD-8473-4703-B935AD10A697}"/>
              </a:ext>
            </a:extLst>
          </p:cNvPr>
          <p:cNvSpPr txBox="1"/>
          <p:nvPr/>
        </p:nvSpPr>
        <p:spPr>
          <a:xfrm>
            <a:off x="8681713" y="4423704"/>
            <a:ext cx="33902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하트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즐겨찾기 도서 수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즐겨찾기 관리 페이지로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D30B45A-333F-9DBF-0AE8-4B485AF8B5E1}"/>
              </a:ext>
            </a:extLst>
          </p:cNvPr>
          <p:cNvSpPr/>
          <p:nvPr/>
        </p:nvSpPr>
        <p:spPr>
          <a:xfrm>
            <a:off x="8376266" y="4498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B8EC39-8974-6860-99E1-6A6261F0F42D}"/>
              </a:ext>
            </a:extLst>
          </p:cNvPr>
          <p:cNvSpPr txBox="1"/>
          <p:nvPr/>
        </p:nvSpPr>
        <p:spPr>
          <a:xfrm>
            <a:off x="8681714" y="3449527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채운 하트 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즐겨찾기 데이터베이스에서 삭제한다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A46934A-2CF8-A36C-596A-49FF01E5E82E}"/>
              </a:ext>
            </a:extLst>
          </p:cNvPr>
          <p:cNvSpPr/>
          <p:nvPr/>
        </p:nvSpPr>
        <p:spPr>
          <a:xfrm>
            <a:off x="8376266" y="351067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213631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EA0A59-2A51-75CA-C74E-0A80A4024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79" y="1219199"/>
            <a:ext cx="7923176" cy="5198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708D1188-8A5F-1B5C-1001-FE6A27C7C387}"/>
              </a:ext>
            </a:extLst>
          </p:cNvPr>
          <p:cNvGrpSpPr/>
          <p:nvPr/>
        </p:nvGrpSpPr>
        <p:grpSpPr>
          <a:xfrm>
            <a:off x="378372" y="347479"/>
            <a:ext cx="7091141" cy="715292"/>
            <a:chOff x="378372" y="347479"/>
            <a:chExt cx="7091141" cy="71529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2B681F-DF11-E6A0-BBEB-F105343BC4D7}"/>
                </a:ext>
              </a:extLst>
            </p:cNvPr>
            <p:cNvSpPr txBox="1"/>
            <p:nvPr/>
          </p:nvSpPr>
          <p:spPr>
            <a:xfrm>
              <a:off x="1074286" y="347479"/>
              <a:ext cx="538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도서 즐겨찾기 관리 페이지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4F63E01-3EBF-A1CF-441C-E0AA880C2635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10</a:t>
              </a:r>
              <a:endParaRPr lang="ko-KR" alt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14C2BF-6F23-1F1A-35F7-3A804246CFFA}"/>
                </a:ext>
              </a:extLst>
            </p:cNvPr>
            <p:cNvSpPr txBox="1"/>
            <p:nvPr/>
          </p:nvSpPr>
          <p:spPr>
            <a:xfrm>
              <a:off x="1074286" y="754994"/>
              <a:ext cx="639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도서 즐겨찾기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DB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에 저장된 목록들을 출력하고 선택된 항목들을 삭제한다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endPara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FB54499A-58D9-5B85-B265-9753954D4D4B}"/>
              </a:ext>
            </a:extLst>
          </p:cNvPr>
          <p:cNvSpPr/>
          <p:nvPr/>
        </p:nvSpPr>
        <p:spPr>
          <a:xfrm>
            <a:off x="1875415" y="302283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BC034A1-8A15-3971-11B5-34582648DD3E}"/>
              </a:ext>
            </a:extLst>
          </p:cNvPr>
          <p:cNvSpPr/>
          <p:nvPr/>
        </p:nvSpPr>
        <p:spPr>
          <a:xfrm>
            <a:off x="6549015" y="317579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FA2E386-F3F4-4CAC-BEE2-1B8451A8230F}"/>
              </a:ext>
            </a:extLst>
          </p:cNvPr>
          <p:cNvSpPr/>
          <p:nvPr/>
        </p:nvSpPr>
        <p:spPr>
          <a:xfrm>
            <a:off x="7297160" y="384487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56DA6-EDDE-171D-E032-FF635DB00678}"/>
              </a:ext>
            </a:extLst>
          </p:cNvPr>
          <p:cNvSpPr txBox="1"/>
          <p:nvPr/>
        </p:nvSpPr>
        <p:spPr>
          <a:xfrm>
            <a:off x="8815636" y="2068948"/>
            <a:ext cx="3090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전체 선택</a:t>
            </a:r>
            <a:r>
              <a:rPr lang="en-US" altLang="ko-KR" sz="1600" b="1" dirty="0">
                <a:latin typeface="+mj-lt"/>
                <a:ea typeface="Noto Sans KR Medium" panose="020B0200000000000000" pitchFamily="50" charset="-127"/>
              </a:rPr>
              <a:t>/</a:t>
            </a:r>
            <a:r>
              <a:rPr lang="ko-KR" altLang="en-US" sz="1600" b="1" dirty="0">
                <a:latin typeface="+mj-lt"/>
                <a:ea typeface="Noto Sans KR Medium" panose="020B0200000000000000" pitchFamily="50" charset="-127"/>
              </a:rPr>
              <a:t>해제 클릭</a:t>
            </a:r>
            <a:endParaRPr lang="en-US" altLang="ko-KR" sz="1600" b="1" dirty="0">
              <a:latin typeface="+mj-lt"/>
              <a:ea typeface="Noto Sans KR Medium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체크박스를 클릭할 때마다 선택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해제를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Toggle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0AEB64D-CFDE-8351-598A-280BC9F20B4E}"/>
              </a:ext>
            </a:extLst>
          </p:cNvPr>
          <p:cNvSpPr/>
          <p:nvPr/>
        </p:nvSpPr>
        <p:spPr>
          <a:xfrm>
            <a:off x="8464009" y="220859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42B5C-B39F-7E24-9A56-DD3B0135D017}"/>
              </a:ext>
            </a:extLst>
          </p:cNvPr>
          <p:cNvSpPr txBox="1"/>
          <p:nvPr/>
        </p:nvSpPr>
        <p:spPr>
          <a:xfrm>
            <a:off x="8801783" y="3978452"/>
            <a:ext cx="2836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삭제 아이콘 클릭</a:t>
            </a:r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해당 아이템을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DB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에서 삭제한다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6FFF724-7E09-882C-B062-3BA2E532A44B}"/>
              </a:ext>
            </a:extLst>
          </p:cNvPr>
          <p:cNvSpPr/>
          <p:nvPr/>
        </p:nvSpPr>
        <p:spPr>
          <a:xfrm>
            <a:off x="8464009" y="408323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CBFEDD-B08B-DDFB-D4F1-545ADD427FD6}"/>
              </a:ext>
            </a:extLst>
          </p:cNvPr>
          <p:cNvSpPr txBox="1"/>
          <p:nvPr/>
        </p:nvSpPr>
        <p:spPr>
          <a:xfrm>
            <a:off x="8797164" y="3085242"/>
            <a:ext cx="309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선택삭제 버튼 클릭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선택한 항목들을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DB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에서 삭제한다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3DD7041-2955-E29E-0A16-5E55B51648DC}"/>
              </a:ext>
            </a:extLst>
          </p:cNvPr>
          <p:cNvSpPr/>
          <p:nvPr/>
        </p:nvSpPr>
        <p:spPr>
          <a:xfrm>
            <a:off x="8464009" y="314591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81F6FA9-CB3D-C78D-5D90-7215F07697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3260" r="3957" b="7441"/>
          <a:stretch>
            <a:fillRect/>
          </a:stretch>
        </p:blipFill>
        <p:spPr>
          <a:xfrm>
            <a:off x="2918690" y="3611418"/>
            <a:ext cx="3020291" cy="1551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22679590-5B3B-C7FB-0847-405756C88873}"/>
              </a:ext>
            </a:extLst>
          </p:cNvPr>
          <p:cNvSpPr/>
          <p:nvPr/>
        </p:nvSpPr>
        <p:spPr>
          <a:xfrm>
            <a:off x="4022870" y="368323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F26D07-2CB5-74CF-7491-3A1D9F3ACD5C}"/>
              </a:ext>
            </a:extLst>
          </p:cNvPr>
          <p:cNvSpPr txBox="1"/>
          <p:nvPr/>
        </p:nvSpPr>
        <p:spPr>
          <a:xfrm>
            <a:off x="8801783" y="4927084"/>
            <a:ext cx="3177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삭제 질의 </a:t>
            </a:r>
            <a:r>
              <a:rPr lang="ko-KR" altLang="en-US" sz="1600" b="1" dirty="0" err="1"/>
              <a:t>모달창</a:t>
            </a:r>
            <a:endParaRPr lang="en-US" altLang="ko-KR" sz="1600" b="1" dirty="0"/>
          </a:p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삭제 시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모달창으로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컨펌하고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삭제한다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39890F3-CDEF-659E-B1D1-AF5C04D30910}"/>
              </a:ext>
            </a:extLst>
          </p:cNvPr>
          <p:cNvSpPr/>
          <p:nvPr/>
        </p:nvSpPr>
        <p:spPr>
          <a:xfrm>
            <a:off x="8464009" y="502055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215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548</Words>
  <Application>Microsoft Office PowerPoint</Application>
  <PresentationFormat>와이드스크린</PresentationFormat>
  <Paragraphs>168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22</cp:revision>
  <dcterms:created xsi:type="dcterms:W3CDTF">2026-06-03T10:13:31Z</dcterms:created>
  <dcterms:modified xsi:type="dcterms:W3CDTF">2026-06-10T11:27:03Z</dcterms:modified>
</cp:coreProperties>
</file>