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C036"/>
    <a:srgbClr val="00A44A"/>
    <a:srgbClr val="7CB957"/>
    <a:srgbClr val="116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5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2959E-BCFB-7212-9C5C-BF4F19FDE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CBBB0F-9FC1-266B-EB14-293F82BCB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C9870D-A30D-EAAD-ABDC-5F4E4AFA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7283C-3FEF-E55A-4A6C-C378D3C4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082EA-DDF0-E9BA-5CD6-83A3ADBC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48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38A13-7D56-8B91-5E38-2242EDB0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6EE4F-7B1D-056F-11F8-E48688DB4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4390D-AF2F-2CE4-C349-A81B5D7D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461A8-5395-B0F6-9E0A-78607DF6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8601D-4B89-C747-04E0-36812E9C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9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806E6-517F-F053-4E0E-263F7061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F5ACD9-42BE-FD66-9358-EF30098B8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789CE-F604-DA0F-1F45-B419080C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B45C9-0287-FB1E-0791-731B5A32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429E3-5142-7694-08A1-59AEBC7F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46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B55E8-16F8-4021-9180-CFDAD482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3EE3B-7245-D541-7576-5036B07FA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412F91-E5E9-E69A-2BA5-48141B06C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A9FBA-C202-3A46-6982-4C717A0D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846EEE-7764-662A-F6B9-350232C1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2BCB22-D016-B897-B880-3AA842E8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28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3640E-5B64-CAEF-7DAE-FCCA21EB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6754F-21DE-30B2-503E-CC863AEA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3F0693-CAEB-A847-DD10-0AD921408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D621C0-F9C1-FA3E-9D61-3983E8199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DB5C1E-7518-432B-7EB3-82B94B14A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1317E2-9CD0-BECF-5A48-11656CEB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D7A40-08DA-B8D2-93B8-E349B886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4E0C5-EAF8-B839-D330-291EBC36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74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D232-EA3D-435A-814C-565DF9D6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852560-F722-D322-2CBC-EAE59AD9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C963C-7FF0-4E17-4892-6FEEEA69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CF3A99-C56E-FEED-42F0-AA0D1467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18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1473D7-3410-5125-BD91-0EFE6B4A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65C785-2C25-122B-F8DA-0B9BFF2D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F19FE-8BE6-7B21-DB6B-F94DD1E3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24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E44D4-5685-E140-D4E4-75FED126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D5833-D73E-F4ED-40D6-CBBDAD8F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57CCD5-D2A9-4256-F8D0-F3772B19C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10E2A2-9B2B-7C7C-60CE-76146C0D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3EED35-2F84-1D07-14C0-FF3E6B19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325A6-3246-2156-679D-10E3942B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09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FE04F-2651-5011-3EF1-0BD57219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01157E-F7C4-08EC-D6F1-8F9A8012E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D5481-595D-F229-2972-F7FA4EF88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FFBAC6-719B-6D02-7EA1-77166D57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316235-B2A7-A5A3-55F0-8AE0B164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DBF1FC-5013-A6CA-A685-7851566D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16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CF10A-5EE1-8562-DC73-BC253401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0DB8E6-EAB7-9DF8-57E0-DCED6FF68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763B7-0ACE-28C9-7E83-4EDCA96C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7E752-FBF1-AFA9-87FF-43050D66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2A88D1-737F-D1C0-7706-5B486591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92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907CA5-73DF-675F-D055-2A1387360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C50946-8EE7-92A2-521B-FBCD8DAF6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C3B0A-987B-B16E-43CD-861B27C5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98B64-F50E-E254-3D1A-9581DFFD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9BBC2-344D-1004-2A4B-5C3467C8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DA6662-5F2B-23DE-ECB7-2CA3A322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CBB275-F8DA-80DC-1F5B-9A9942605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AFBE2-83D3-C088-D7B4-BE04358F2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C50E6D-0951-493C-8A81-EC5C26CED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4B683-3517-BC68-8F7F-5D6B4E355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06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09E445-461C-9A6F-A89B-28E125F2F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97" y="1471448"/>
            <a:ext cx="5760000" cy="4584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0AD4FF-6911-66FE-EC9B-A1E31F0B3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083" y="1481959"/>
            <a:ext cx="5760000" cy="4578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9A878EC-62A0-AFDF-257E-CCB161A98974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CD659C-1390-ACBC-903E-A8CDFE776A86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병원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(1)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E7DC70D-7AAF-7167-8B19-B05B6D6054A7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05</a:t>
              </a:r>
              <a:endParaRPr lang="ko-KR" alt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370499-8B37-568D-98DE-47145FD9E992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AGENTS.md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와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Click Skill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사용한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754CE6D-C2EC-9BB9-B77B-E8E80E31E0D4}"/>
              </a:ext>
            </a:extLst>
          </p:cNvPr>
          <p:cNvGrpSpPr/>
          <p:nvPr/>
        </p:nvGrpSpPr>
        <p:grpSpPr>
          <a:xfrm>
            <a:off x="2472957" y="2425429"/>
            <a:ext cx="2973879" cy="310115"/>
            <a:chOff x="2472957" y="2425429"/>
            <a:chExt cx="2973879" cy="310115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F224B70-96E0-D24D-3D5D-427A809B9482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022783-2D78-F90D-9AEE-1D6034949D9A}"/>
                </a:ext>
              </a:extLst>
            </p:cNvPr>
            <p:cNvSpPr txBox="1"/>
            <p:nvPr/>
          </p:nvSpPr>
          <p:spPr>
            <a:xfrm>
              <a:off x="2793204" y="24254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히어로 섹션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00AC8E-0994-CA76-09D8-57F0D61D91FF}"/>
              </a:ext>
            </a:extLst>
          </p:cNvPr>
          <p:cNvGrpSpPr/>
          <p:nvPr/>
        </p:nvGrpSpPr>
        <p:grpSpPr>
          <a:xfrm>
            <a:off x="8074811" y="4369684"/>
            <a:ext cx="2973879" cy="310115"/>
            <a:chOff x="2472957" y="2425429"/>
            <a:chExt cx="2973879" cy="310115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496FE5A-05EB-536B-FAD6-2DBECA251B83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EF7F02-F8A1-6269-6438-3EECABD95FF0}"/>
                </a:ext>
              </a:extLst>
            </p:cNvPr>
            <p:cNvSpPr txBox="1"/>
            <p:nvPr/>
          </p:nvSpPr>
          <p:spPr>
            <a:xfrm>
              <a:off x="2793204" y="24254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진료시간 안내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80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B98AFF2-2455-E48C-A8F1-FBFE25356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49" y="1171167"/>
            <a:ext cx="7920000" cy="5269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875977D2-135A-ABCA-92F2-1D21BA556E58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70D2A9-FAB7-A83A-7F35-2AE1676359EF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병원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(2)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4396DC3-1517-D8B8-C86A-4494E0251E19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05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8E2DDF-F4A0-FF6B-E5D2-352369749DD7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AGENTS.md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와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Click Skill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사용한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5AAB36B-503D-7CB1-5DCF-150E1C446869}"/>
              </a:ext>
            </a:extLst>
          </p:cNvPr>
          <p:cNvGrpSpPr/>
          <p:nvPr/>
        </p:nvGrpSpPr>
        <p:grpSpPr>
          <a:xfrm>
            <a:off x="8633610" y="2794883"/>
            <a:ext cx="2973879" cy="310115"/>
            <a:chOff x="2472957" y="2425429"/>
            <a:chExt cx="2973879" cy="310115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40BDEEE-D91E-0B25-6C7C-E99718265EBA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F45B7BD-67FA-B2C1-E6FB-1852C87BF31F}"/>
                </a:ext>
              </a:extLst>
            </p:cNvPr>
            <p:cNvSpPr txBox="1"/>
            <p:nvPr/>
          </p:nvSpPr>
          <p:spPr>
            <a:xfrm>
              <a:off x="2793204" y="24254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오시는 길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주소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전화번호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endPara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956EB9FA-0AEB-6DD9-8970-9B0092BF51C0}"/>
              </a:ext>
            </a:extLst>
          </p:cNvPr>
          <p:cNvSpPr/>
          <p:nvPr/>
        </p:nvSpPr>
        <p:spPr>
          <a:xfrm>
            <a:off x="2029611" y="3533792"/>
            <a:ext cx="327343" cy="310115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A202E-8299-5CF3-A685-23A5479065F0}"/>
              </a:ext>
            </a:extLst>
          </p:cNvPr>
          <p:cNvSpPr txBox="1"/>
          <p:nvPr/>
        </p:nvSpPr>
        <p:spPr>
          <a:xfrm>
            <a:off x="2793204" y="2425429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히어로 섹션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356D4B-5CDA-2AA5-E3CB-EC1BEAE10E88}"/>
              </a:ext>
            </a:extLst>
          </p:cNvPr>
          <p:cNvSpPr/>
          <p:nvPr/>
        </p:nvSpPr>
        <p:spPr>
          <a:xfrm>
            <a:off x="3659829" y="4111064"/>
            <a:ext cx="327343" cy="310115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13E8319-767B-A68C-7EFD-71A6FB692AEE}"/>
              </a:ext>
            </a:extLst>
          </p:cNvPr>
          <p:cNvGrpSpPr/>
          <p:nvPr/>
        </p:nvGrpSpPr>
        <p:grpSpPr>
          <a:xfrm>
            <a:off x="8633610" y="3458361"/>
            <a:ext cx="2973879" cy="310115"/>
            <a:chOff x="2472957" y="2425429"/>
            <a:chExt cx="2973879" cy="310115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B39E3AB-7C03-EE93-664F-FE8FB56FCB0D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80902B-48BE-104E-780B-ADC738B94F0E}"/>
                </a:ext>
              </a:extLst>
            </p:cNvPr>
            <p:cNvSpPr txBox="1"/>
            <p:nvPr/>
          </p:nvSpPr>
          <p:spPr>
            <a:xfrm>
              <a:off x="2793204" y="24254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주차 안내 문구</a:t>
              </a:r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A91C1D6E-0FB9-6123-7FD2-793743EF0550}"/>
              </a:ext>
            </a:extLst>
          </p:cNvPr>
          <p:cNvSpPr/>
          <p:nvPr/>
        </p:nvSpPr>
        <p:spPr>
          <a:xfrm>
            <a:off x="6096000" y="3801646"/>
            <a:ext cx="327343" cy="310115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8A947F-A60E-EBE2-B2A1-86F7459E8AFD}"/>
              </a:ext>
            </a:extLst>
          </p:cNvPr>
          <p:cNvGrpSpPr/>
          <p:nvPr/>
        </p:nvGrpSpPr>
        <p:grpSpPr>
          <a:xfrm>
            <a:off x="8633610" y="4121839"/>
            <a:ext cx="3020061" cy="319352"/>
            <a:chOff x="2472957" y="2416192"/>
            <a:chExt cx="3020061" cy="319352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4E2022BB-A5AE-928C-9768-946B2D7566F7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77868F-D51F-B0A3-CECA-DBCD0B5199F2}"/>
                </a:ext>
              </a:extLst>
            </p:cNvPr>
            <p:cNvSpPr txBox="1"/>
            <p:nvPr/>
          </p:nvSpPr>
          <p:spPr>
            <a:xfrm>
              <a:off x="2839386" y="2416192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 영역 더미 박스</a:t>
              </a: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676A9BEA-66E4-0141-6ED2-81BCDB330977}"/>
              </a:ext>
            </a:extLst>
          </p:cNvPr>
          <p:cNvSpPr/>
          <p:nvPr/>
        </p:nvSpPr>
        <p:spPr>
          <a:xfrm>
            <a:off x="5435600" y="5792082"/>
            <a:ext cx="327343" cy="310115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3D16828-1BC5-5E3C-D472-C2868AB621A2}"/>
              </a:ext>
            </a:extLst>
          </p:cNvPr>
          <p:cNvGrpSpPr/>
          <p:nvPr/>
        </p:nvGrpSpPr>
        <p:grpSpPr>
          <a:xfrm>
            <a:off x="8633610" y="4794554"/>
            <a:ext cx="3020061" cy="319352"/>
            <a:chOff x="2472957" y="2416192"/>
            <a:chExt cx="3020061" cy="31935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493FA84-58E6-A2A8-FEC4-6E224F5D20C8}"/>
                </a:ext>
              </a:extLst>
            </p:cNvPr>
            <p:cNvSpPr/>
            <p:nvPr/>
          </p:nvSpPr>
          <p:spPr>
            <a:xfrm>
              <a:off x="2472957" y="2425429"/>
              <a:ext cx="327343" cy="310115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2ED207-9D22-75B3-056E-33371B36D1E8}"/>
                </a:ext>
              </a:extLst>
            </p:cNvPr>
            <p:cNvSpPr txBox="1"/>
            <p:nvPr/>
          </p:nvSpPr>
          <p:spPr>
            <a:xfrm>
              <a:off x="2839386" y="2416192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푸터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주소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저작권 표기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endPara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16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73B61D-3838-C2A2-B658-F9397B240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06" y="1587063"/>
            <a:ext cx="5760000" cy="450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465B6F-9CED-CBCD-BA3C-87D264BC1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24" y="1602669"/>
            <a:ext cx="5760000" cy="4396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00427F8-955B-834B-435D-54DA11AD3C08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A1F01D-A59F-3A7F-45F1-57D1FE0AC57C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영어학원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(1)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D2C801C-77F4-7A66-097B-DAF39F3048C5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06</a:t>
              </a:r>
              <a:endParaRPr lang="ko-KR" alt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9D8F61-278E-5913-496D-478AC84F0725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AGENTS.md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와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Education Skill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사용한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FB6905-D9A8-B5A4-E6CF-408185F8F63B}"/>
              </a:ext>
            </a:extLst>
          </p:cNvPr>
          <p:cNvGrpSpPr/>
          <p:nvPr/>
        </p:nvGrpSpPr>
        <p:grpSpPr>
          <a:xfrm>
            <a:off x="7950121" y="2527029"/>
            <a:ext cx="2973879" cy="310115"/>
            <a:chOff x="7950121" y="2527029"/>
            <a:chExt cx="2973879" cy="310115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D10E669-9B81-B7B1-7849-6FFC7B77E419}"/>
                </a:ext>
              </a:extLst>
            </p:cNvPr>
            <p:cNvSpPr/>
            <p:nvPr/>
          </p:nvSpPr>
          <p:spPr>
            <a:xfrm>
              <a:off x="7950121" y="2527029"/>
              <a:ext cx="327343" cy="31011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B5AF5B-4385-80AF-5D0F-1A0F76B49B10}"/>
                </a:ext>
              </a:extLst>
            </p:cNvPr>
            <p:cNvSpPr txBox="1"/>
            <p:nvPr/>
          </p:nvSpPr>
          <p:spPr>
            <a:xfrm>
              <a:off x="8270368" y="25270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강사진 소개 카드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32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C281B2-44B3-845F-6DAF-4411FD633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41" y="1618594"/>
            <a:ext cx="5400000" cy="4391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1336E0-0688-8168-145B-E1A66847C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1597573"/>
            <a:ext cx="5760000" cy="4384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3CC5BC2-208B-5FF2-8228-819B754331AE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712243-C8D3-9010-FA4B-A7E7995E2413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영어학원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(2)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C6E4C85-4454-17BC-1F07-C317587D5A31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06</a:t>
              </a:r>
              <a:endParaRPr lang="ko-KR" alt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7E5DD2-7382-9965-96F5-F5FD36820EA6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AGENTS.md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와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Education Skill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사용한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8DDA19-30BE-D4AC-6F65-0269D1918FFF}"/>
              </a:ext>
            </a:extLst>
          </p:cNvPr>
          <p:cNvGrpSpPr/>
          <p:nvPr/>
        </p:nvGrpSpPr>
        <p:grpSpPr>
          <a:xfrm>
            <a:off x="1927693" y="4019497"/>
            <a:ext cx="2973879" cy="310115"/>
            <a:chOff x="7950121" y="2527029"/>
            <a:chExt cx="2973879" cy="3101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14BAF29-C29F-DBB5-9655-DDA31912B61F}"/>
                </a:ext>
              </a:extLst>
            </p:cNvPr>
            <p:cNvSpPr/>
            <p:nvPr/>
          </p:nvSpPr>
          <p:spPr>
            <a:xfrm>
              <a:off x="7950121" y="2527029"/>
              <a:ext cx="327343" cy="31011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D05FA8-6B00-630B-94C0-2F2166E4C3F4}"/>
                </a:ext>
              </a:extLst>
            </p:cNvPr>
            <p:cNvSpPr txBox="1"/>
            <p:nvPr/>
          </p:nvSpPr>
          <p:spPr>
            <a:xfrm>
              <a:off x="8270368" y="25270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타임라인 스텝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(Step)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바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6DA9DCA-8A14-00BA-72C1-FA0FF60E94E4}"/>
              </a:ext>
            </a:extLst>
          </p:cNvPr>
          <p:cNvGrpSpPr/>
          <p:nvPr/>
        </p:nvGrpSpPr>
        <p:grpSpPr>
          <a:xfrm>
            <a:off x="7671597" y="2900145"/>
            <a:ext cx="2973879" cy="310115"/>
            <a:chOff x="7950121" y="2527029"/>
            <a:chExt cx="2973879" cy="310115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28E11C3-BEAF-4967-1968-9178DAFB636B}"/>
                </a:ext>
              </a:extLst>
            </p:cNvPr>
            <p:cNvSpPr/>
            <p:nvPr/>
          </p:nvSpPr>
          <p:spPr>
            <a:xfrm>
              <a:off x="7950121" y="2527029"/>
              <a:ext cx="327343" cy="31011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CB6B96-94E0-654C-3DD0-4D32115CC02C}"/>
                </a:ext>
              </a:extLst>
            </p:cNvPr>
            <p:cNvSpPr txBox="1"/>
            <p:nvPr/>
          </p:nvSpPr>
          <p:spPr>
            <a:xfrm>
              <a:off x="8270368" y="2527029"/>
              <a:ext cx="2653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 후기 회전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(Rolling)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952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2D7230-5569-74B5-1107-62A3FA5F9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7" y="1954925"/>
            <a:ext cx="5760000" cy="4108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6CE97C0-8EB9-0EDF-E415-4464ABED12D7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0850FB-C98A-D73F-C457-11038581751D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쇼핑몰 홈페이지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793DAB3-89AF-7375-20AF-EBD7DC36AA7B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07</a:t>
              </a:r>
              <a:endParaRPr lang="ko-KR" alt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9CBA51-0645-AAD7-AC05-714E25FB2F4C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AGENTS.md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와 </a:t>
              </a:r>
              <a:r>
                <a:rPr lang="en-US" altLang="ko-KR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Shpping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Skill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사용한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981A5E1D-37EA-3771-36B6-245D189D9063}"/>
              </a:ext>
            </a:extLst>
          </p:cNvPr>
          <p:cNvSpPr/>
          <p:nvPr/>
        </p:nvSpPr>
        <p:spPr>
          <a:xfrm>
            <a:off x="803086" y="3609595"/>
            <a:ext cx="327343" cy="31011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75B79-F2BC-4C68-FF6A-B9D08CC74468}"/>
              </a:ext>
            </a:extLst>
          </p:cNvPr>
          <p:cNvSpPr txBox="1"/>
          <p:nvPr/>
        </p:nvSpPr>
        <p:spPr>
          <a:xfrm>
            <a:off x="1123333" y="3609595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비주얼 배너 </a:t>
            </a:r>
            <a:r>
              <a:rPr lang="en-US" altLang="ko-KR" sz="14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(Hero Carousel)</a:t>
            </a:r>
            <a:endParaRPr lang="ko-KR" altLang="en-US" sz="14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DC60BE3-6F4A-A9EE-370C-30B3C4C7DD3B}"/>
              </a:ext>
            </a:extLst>
          </p:cNvPr>
          <p:cNvSpPr/>
          <p:nvPr/>
        </p:nvSpPr>
        <p:spPr>
          <a:xfrm>
            <a:off x="2442700" y="4639608"/>
            <a:ext cx="327343" cy="31011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D7654-4767-4864-48B9-2E603AF35285}"/>
              </a:ext>
            </a:extLst>
          </p:cNvPr>
          <p:cNvSpPr txBox="1"/>
          <p:nvPr/>
        </p:nvSpPr>
        <p:spPr>
          <a:xfrm>
            <a:off x="2762947" y="4639608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상품 격자 리스트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AB7D25-AA32-0BCA-8299-1B144BE07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4" y="338094"/>
            <a:ext cx="5400000" cy="2914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D32BCE7-6E6C-AC79-9367-4ED7D821D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573" y="2575027"/>
            <a:ext cx="5400000" cy="3835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1820A586-92B0-7B43-3BDB-B5DAC470F3DA}"/>
              </a:ext>
            </a:extLst>
          </p:cNvPr>
          <p:cNvSpPr/>
          <p:nvPr/>
        </p:nvSpPr>
        <p:spPr>
          <a:xfrm>
            <a:off x="8049969" y="1460229"/>
            <a:ext cx="327343" cy="31011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14D441-A676-3148-FAD6-36FEADE6872E}"/>
              </a:ext>
            </a:extLst>
          </p:cNvPr>
          <p:cNvSpPr txBox="1"/>
          <p:nvPr/>
        </p:nvSpPr>
        <p:spPr>
          <a:xfrm>
            <a:off x="8370215" y="1439918"/>
            <a:ext cx="2865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푸터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쇼핑몰정보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톡 문의 버튼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106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148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25</cp:revision>
  <dcterms:created xsi:type="dcterms:W3CDTF">2026-05-29T06:48:41Z</dcterms:created>
  <dcterms:modified xsi:type="dcterms:W3CDTF">2026-06-30T15:39:40Z</dcterms:modified>
</cp:coreProperties>
</file>