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6" r:id="rId8"/>
    <p:sldId id="26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85C"/>
    <a:srgbClr val="FF0066"/>
    <a:srgbClr val="FF3399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23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3E859-9897-B700-D968-13EBBD27E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63CBE3-362E-4B41-444D-22604DA41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EDC86-9516-E346-9BAF-E3CE909E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1D10E-9CD9-07F6-5EEA-95E90F2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846B1-8901-FD01-D4B9-30C05D4D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9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1753B-1C21-F688-BDD3-9CB474DC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EB956-7562-78C7-9A8F-81047E10D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695B8E-4CFB-2D12-1FB5-0E0E37B1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BFCA41-22AE-EBA1-D604-30A658E1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2B7DD-9F7E-33C3-5287-6155A5FE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1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2EB42-AE69-8A6F-DB4B-170445BF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40067-FEC7-676C-D952-4E6F53FCE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DA188-875E-5134-1975-44899FC1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93B71C-2372-AF78-9B4E-C7DF55C1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26D1-0878-A815-9E44-612D011B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34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7C19B-BB0B-60F4-4A37-29C3328A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BDA33-C9E6-3654-E34C-4160FA30F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952FA6-E0C5-67F3-ABD3-EE2225BD2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E71D66-D506-2A56-83BE-15EB2A79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7E284-D456-77DF-F7BC-F97B71A1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C84F5B-D910-06B7-19B0-BA9C5ED3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07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ECBF8-E8F2-61AB-3883-259DE431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5A3961-4FE1-8B52-0CCC-DB327749D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2B90B3-157C-7805-58F3-36F7D91BF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E4039A-B4DC-FC9A-8C6C-1335314AF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83F813-7033-2C43-91F8-16DA46256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5AC17A-B9ED-0832-D5B1-C0353D69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176304-941E-034C-C318-F3C78525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6001ED-D99F-3701-4CD7-5D84177C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4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F8A58-123F-43BE-83E4-A842187B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6485A0-FE2A-FE6D-4BE4-5A4D637D3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1CE6C-326C-DBA8-1880-8F85826D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38BD04-8CFA-BC7B-7477-081B0AB0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39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02B318-FC13-2D74-2F84-6E6A1A09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BB0818-C7A5-9B06-84C0-E1AE6B9D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3D9D3-A109-C621-4295-B866D02E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40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0CF-9D68-0031-7112-AC7FEBE1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09187-F279-3BBD-DB39-E2EEC49E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E33CDD-277A-B312-3858-9DC7BD3AE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799937-C20D-AEC9-E2C9-51241FE5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1365EF-EEDD-490D-8B4E-E913C5DA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D6D313-2857-24AC-E0E1-77DA6632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40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BA39A-5ACE-49CF-8CB8-2B6288DA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5F8509-41D7-054E-44A7-67AECAC22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3C7BAB-1892-7919-F1B0-3CE4DBE13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3402E5-E2CD-2526-4FC9-3F28ECB9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D257C1-7F36-9DF9-57A5-C477270F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7FF1B-3E57-526F-EBBD-BF17BB73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95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7F6F5-3615-5AB6-6DD7-834D1CB4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047C61-B393-A309-BCF7-F7AEBE30C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A4890-1EC6-D50B-3067-18E50C9A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5F821-ED61-DB2B-639E-8C8A1793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44C0C-6B17-1516-44F9-E38CBE07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98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CED061-9690-B153-3D77-3D4542E5D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74F81C-1DBE-F409-7012-425278890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C904F-7E3D-8D94-C5E3-5C0E73B9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632B0-A966-8644-A008-5A02BC83D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03127-0138-5F64-BB5E-2FAB2389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57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E00914-18B6-279E-8A78-52E3FFF7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71946D-E2F4-C2C1-2776-2FD61EFA0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8194B9-F4A1-0F52-1914-2AAB98DAF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02AA7-1C3D-4304-A926-72FF18CF3533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ED927-C698-2E4B-41C2-71973E84E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9FF3E-F48A-CB14-F8E1-90BF83764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4BD8A-716D-443D-BC8B-6195A71773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34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E0DA88-8F6D-A1C6-AF15-728725977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21" y="295486"/>
            <a:ext cx="8565931" cy="6039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8630578-A2BC-1626-A722-D80762CEA390}"/>
              </a:ext>
            </a:extLst>
          </p:cNvPr>
          <p:cNvGrpSpPr/>
          <p:nvPr/>
        </p:nvGrpSpPr>
        <p:grpSpPr>
          <a:xfrm>
            <a:off x="629402" y="4635588"/>
            <a:ext cx="6026252" cy="616040"/>
            <a:chOff x="378372" y="326459"/>
            <a:chExt cx="6026252" cy="6160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7C5184-5C37-FFB0-8B50-811A45893F38}"/>
                </a:ext>
              </a:extLst>
            </p:cNvPr>
            <p:cNvSpPr txBox="1"/>
            <p:nvPr/>
          </p:nvSpPr>
          <p:spPr>
            <a:xfrm>
              <a:off x="1023328" y="32645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산악회 메인 페이지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465DC99-6A09-D66E-9474-CF120D53E853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3C4BCA-AE77-29A4-6248-75C1C58BCC37}"/>
                </a:ext>
              </a:extLst>
            </p:cNvPr>
            <p:cNvSpPr txBox="1"/>
            <p:nvPr/>
          </p:nvSpPr>
          <p:spPr>
            <a:xfrm>
              <a:off x="1023328" y="66550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네비게이션바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히어로 섹션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활동 후기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326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97A451D-52E8-A0E5-CA75-6463D384A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84" y="1492470"/>
            <a:ext cx="3812165" cy="4679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5D94D0-39E3-54E1-32BE-C7C9547D4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247" y="671774"/>
            <a:ext cx="3970729" cy="5514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84B1755-E68E-526C-3CC6-B9D09EAF7796}"/>
              </a:ext>
            </a:extLst>
          </p:cNvPr>
          <p:cNvGrpSpPr/>
          <p:nvPr/>
        </p:nvGrpSpPr>
        <p:grpSpPr>
          <a:xfrm>
            <a:off x="1039306" y="383326"/>
            <a:ext cx="6036767" cy="617314"/>
            <a:chOff x="378371" y="305439"/>
            <a:chExt cx="6036767" cy="61731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CB121-ED2C-EC1D-0DC7-B2700D9813E0}"/>
                </a:ext>
              </a:extLst>
            </p:cNvPr>
            <p:cNvSpPr txBox="1"/>
            <p:nvPr/>
          </p:nvSpPr>
          <p:spPr>
            <a:xfrm>
              <a:off x="1033842" y="30543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로그인</a:t>
              </a:r>
              <a:r>
                <a:rPr lang="en-US" altLang="ko-KR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회원가입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E2D42A5-286F-8278-CAD8-8D6242968E77}"/>
                </a:ext>
              </a:extLst>
            </p:cNvPr>
            <p:cNvSpPr/>
            <p:nvPr/>
          </p:nvSpPr>
          <p:spPr>
            <a:xfrm>
              <a:off x="378371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02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AA9FBD-0993-A73E-67D4-0659C0C9B711}"/>
                </a:ext>
              </a:extLst>
            </p:cNvPr>
            <p:cNvSpPr txBox="1"/>
            <p:nvPr/>
          </p:nvSpPr>
          <p:spPr>
            <a:xfrm>
              <a:off x="1033842" y="645754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회원가입 기능에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Google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게정으로 로그인 후 시작하기 기능을 추가한다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5FACE9BA-CC6E-BDB7-06F3-244AE415E080}"/>
              </a:ext>
            </a:extLst>
          </p:cNvPr>
          <p:cNvSpPr/>
          <p:nvPr/>
        </p:nvSpPr>
        <p:spPr>
          <a:xfrm>
            <a:off x="5307724" y="2296984"/>
            <a:ext cx="1030014" cy="693682"/>
          </a:xfrm>
          <a:prstGeom prst="rightArrow">
            <a:avLst/>
          </a:prstGeom>
          <a:solidFill>
            <a:srgbClr val="FF38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FD1C746-D00A-CCA2-2D20-FE7FE320827E}"/>
              </a:ext>
            </a:extLst>
          </p:cNvPr>
          <p:cNvSpPr/>
          <p:nvPr/>
        </p:nvSpPr>
        <p:spPr>
          <a:xfrm flipH="1">
            <a:off x="5239406" y="3300722"/>
            <a:ext cx="1030014" cy="693682"/>
          </a:xfrm>
          <a:prstGeom prst="rightArrow">
            <a:avLst/>
          </a:prstGeom>
          <a:solidFill>
            <a:srgbClr val="FF38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16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5F62C00-D1A1-6B52-92B5-8AE9ECA11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69" y="1321675"/>
            <a:ext cx="8060793" cy="4984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9EE6D6-2537-6671-0613-B4FF60430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9" y="304799"/>
            <a:ext cx="7642038" cy="4593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93DDEC6-475B-52E9-1B27-DE66E171B64B}"/>
              </a:ext>
            </a:extLst>
          </p:cNvPr>
          <p:cNvGrpSpPr/>
          <p:nvPr/>
        </p:nvGrpSpPr>
        <p:grpSpPr>
          <a:xfrm>
            <a:off x="377157" y="4366748"/>
            <a:ext cx="6005228" cy="608078"/>
            <a:chOff x="378373" y="284419"/>
            <a:chExt cx="6005228" cy="6080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48BDB4-3B7F-885C-F4C1-87EA98A57430}"/>
                </a:ext>
              </a:extLst>
            </p:cNvPr>
            <p:cNvSpPr txBox="1"/>
            <p:nvPr/>
          </p:nvSpPr>
          <p:spPr>
            <a:xfrm>
              <a:off x="1002305" y="28441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게시글 쓰기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3187820-9B01-4815-5874-805DE9898A01}"/>
                </a:ext>
              </a:extLst>
            </p:cNvPr>
            <p:cNvSpPr/>
            <p:nvPr/>
          </p:nvSpPr>
          <p:spPr>
            <a:xfrm>
              <a:off x="378373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BB976F-5023-5D74-C0E6-BE8739945B0C}"/>
                </a:ext>
              </a:extLst>
            </p:cNvPr>
            <p:cNvSpPr txBox="1"/>
            <p:nvPr/>
          </p:nvSpPr>
          <p:spPr>
            <a:xfrm>
              <a:off x="1002305" y="615498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게시글 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 등록한다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48DD5E-86DB-8379-26AC-EF375D802046}"/>
              </a:ext>
            </a:extLst>
          </p:cNvPr>
          <p:cNvGrpSpPr/>
          <p:nvPr/>
        </p:nvGrpSpPr>
        <p:grpSpPr>
          <a:xfrm>
            <a:off x="6226161" y="2020616"/>
            <a:ext cx="6068293" cy="608078"/>
            <a:chOff x="378371" y="305439"/>
            <a:chExt cx="6068293" cy="6080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964082-A8CC-E41B-3170-0B145F2F1137}"/>
                </a:ext>
              </a:extLst>
            </p:cNvPr>
            <p:cNvSpPr txBox="1"/>
            <p:nvPr/>
          </p:nvSpPr>
          <p:spPr>
            <a:xfrm>
              <a:off x="1065368" y="30543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게시글 목록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33DE39E-5C9F-52D0-80A0-605504D56008}"/>
                </a:ext>
              </a:extLst>
            </p:cNvPr>
            <p:cNvSpPr/>
            <p:nvPr/>
          </p:nvSpPr>
          <p:spPr>
            <a:xfrm>
              <a:off x="378371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525C25-A847-17C6-E8E7-EFAC45E0354B}"/>
                </a:ext>
              </a:extLst>
            </p:cNvPr>
            <p:cNvSpPr txBox="1"/>
            <p:nvPr/>
          </p:nvSpPr>
          <p:spPr>
            <a:xfrm>
              <a:off x="1065368" y="636518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작성자로 검색 및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페이지네이션을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구현한다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06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DEF7798-DA38-DA15-C62A-AF2A8190C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431056"/>
            <a:ext cx="8211014" cy="5211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2C9748-75FA-4ACD-7567-AB7A87AA5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13" y="336332"/>
            <a:ext cx="7487515" cy="4836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52FF6CB-1DE8-CFF3-A1CE-F64D1D7AFCE6}"/>
              </a:ext>
            </a:extLst>
          </p:cNvPr>
          <p:cNvGrpSpPr/>
          <p:nvPr/>
        </p:nvGrpSpPr>
        <p:grpSpPr>
          <a:xfrm>
            <a:off x="5839929" y="1442549"/>
            <a:ext cx="5963192" cy="617314"/>
            <a:chOff x="378371" y="284419"/>
            <a:chExt cx="5963192" cy="61731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61A09E-007E-C00D-FA4C-08F911F0DDC9}"/>
                </a:ext>
              </a:extLst>
            </p:cNvPr>
            <p:cNvSpPr txBox="1"/>
            <p:nvPr/>
          </p:nvSpPr>
          <p:spPr>
            <a:xfrm>
              <a:off x="960267" y="28441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게시글 정보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8836D093-37F8-CFDD-6EA7-8CE7E5DF246D}"/>
                </a:ext>
              </a:extLst>
            </p:cNvPr>
            <p:cNvSpPr/>
            <p:nvPr/>
          </p:nvSpPr>
          <p:spPr>
            <a:xfrm>
              <a:off x="378371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FA30B7-D5CC-DB3E-9F38-FB8AFB15DF8F}"/>
                </a:ext>
              </a:extLst>
            </p:cNvPr>
            <p:cNvSpPr txBox="1"/>
            <p:nvPr/>
          </p:nvSpPr>
          <p:spPr>
            <a:xfrm>
              <a:off x="960267" y="624734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닉네임이 작성한 글만 수정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버튼을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7F71C5-210C-BD20-E71B-A483727DBAFE}"/>
              </a:ext>
            </a:extLst>
          </p:cNvPr>
          <p:cNvGrpSpPr/>
          <p:nvPr/>
        </p:nvGrpSpPr>
        <p:grpSpPr>
          <a:xfrm>
            <a:off x="1378290" y="2519857"/>
            <a:ext cx="5963194" cy="608078"/>
            <a:chOff x="378372" y="305439"/>
            <a:chExt cx="5963194" cy="60807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74D458-A4C3-EBA5-D01D-623DD515B1DF}"/>
                </a:ext>
              </a:extLst>
            </p:cNvPr>
            <p:cNvSpPr txBox="1"/>
            <p:nvPr/>
          </p:nvSpPr>
          <p:spPr>
            <a:xfrm>
              <a:off x="960270" y="30543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게시글 수정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8FC8548B-20C6-2DBF-A246-29F332FB9376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66F7E4-6D84-0CD8-B569-F576ECB37FD1}"/>
                </a:ext>
              </a:extLst>
            </p:cNvPr>
            <p:cNvSpPr txBox="1"/>
            <p:nvPr/>
          </p:nvSpPr>
          <p:spPr>
            <a:xfrm>
              <a:off x="960270" y="636518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게시글 제목과 내용을 수정한다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68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FB6DBE4-9A2B-93CB-B390-EF579680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5" y="232012"/>
            <a:ext cx="10509781" cy="6498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CF2D4C-A2DA-5A5C-F038-F473EDD83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718" y="1231461"/>
            <a:ext cx="7674202" cy="4698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89E79055-9C0A-C376-E957-53D6D9DE0C29}"/>
              </a:ext>
            </a:extLst>
          </p:cNvPr>
          <p:cNvGrpSpPr/>
          <p:nvPr/>
        </p:nvGrpSpPr>
        <p:grpSpPr>
          <a:xfrm>
            <a:off x="5456008" y="2219214"/>
            <a:ext cx="5984209" cy="589600"/>
            <a:chOff x="378372" y="305439"/>
            <a:chExt cx="5984209" cy="5896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699F8C-A02A-E4F0-0D22-BB6CFF33245F}"/>
                </a:ext>
              </a:extLst>
            </p:cNvPr>
            <p:cNvSpPr txBox="1"/>
            <p:nvPr/>
          </p:nvSpPr>
          <p:spPr>
            <a:xfrm>
              <a:off x="981285" y="30543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산행 일정 목록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70531AB-AC2B-1783-8235-655202F76165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05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D7C372-75EC-B5A1-B10A-762132190A2C}"/>
                </a:ext>
              </a:extLst>
            </p:cNvPr>
            <p:cNvSpPr txBox="1"/>
            <p:nvPr/>
          </p:nvSpPr>
          <p:spPr>
            <a:xfrm>
              <a:off x="981285" y="61804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상세내용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작성자로 검색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페이지네이션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기능을 구현한다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EB84A34-3F03-DE25-5DC3-ED691C41E989}"/>
              </a:ext>
            </a:extLst>
          </p:cNvPr>
          <p:cNvGrpSpPr/>
          <p:nvPr/>
        </p:nvGrpSpPr>
        <p:grpSpPr>
          <a:xfrm>
            <a:off x="884303" y="5378671"/>
            <a:ext cx="6015739" cy="598842"/>
            <a:chOff x="378372" y="315949"/>
            <a:chExt cx="6015739" cy="59884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76461A-96EF-AF68-E420-7CE3A7A17235}"/>
                </a:ext>
              </a:extLst>
            </p:cNvPr>
            <p:cNvSpPr txBox="1"/>
            <p:nvPr/>
          </p:nvSpPr>
          <p:spPr>
            <a:xfrm>
              <a:off x="1012815" y="31594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산행 일정 등록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DA699D1A-0FF7-FACA-58AF-BBEBBC76B952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05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D1675B-F9B0-FEFD-8630-48E4174DA9BE}"/>
                </a:ext>
              </a:extLst>
            </p:cNvPr>
            <p:cNvSpPr txBox="1"/>
            <p:nvPr/>
          </p:nvSpPr>
          <p:spPr>
            <a:xfrm>
              <a:off x="1012815" y="637792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제목과 상세 내용을 입력한다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616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A810EB-C620-E4C3-C6EF-75F7770D6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99" y="544692"/>
            <a:ext cx="9543168" cy="5891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165D95-254F-E6C2-AC0B-90408A580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65" y="188526"/>
            <a:ext cx="8761545" cy="4729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8813A31-B483-DB07-BBE8-A122D9ACAA4E}"/>
              </a:ext>
            </a:extLst>
          </p:cNvPr>
          <p:cNvGrpSpPr/>
          <p:nvPr/>
        </p:nvGrpSpPr>
        <p:grpSpPr>
          <a:xfrm>
            <a:off x="1894237" y="5351375"/>
            <a:ext cx="5984210" cy="626550"/>
            <a:chOff x="378372" y="315949"/>
            <a:chExt cx="5984210" cy="6265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A90DC0-2AD4-AC29-5612-4682C1E237A3}"/>
                </a:ext>
              </a:extLst>
            </p:cNvPr>
            <p:cNvSpPr txBox="1"/>
            <p:nvPr/>
          </p:nvSpPr>
          <p:spPr>
            <a:xfrm>
              <a:off x="981286" y="31594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산행 일정 수정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0EE46C04-CFA2-0C07-016A-EEDFDCD5EF33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06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20BDDD-C814-617C-E946-05BD7920E46A}"/>
                </a:ext>
              </a:extLst>
            </p:cNvPr>
            <p:cNvSpPr txBox="1"/>
            <p:nvPr/>
          </p:nvSpPr>
          <p:spPr>
            <a:xfrm>
              <a:off x="981286" y="66550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제목과 상세 내용을 수정한다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8850CF-6FC4-6C10-6B67-977B7E240E54}"/>
              </a:ext>
            </a:extLst>
          </p:cNvPr>
          <p:cNvGrpSpPr/>
          <p:nvPr/>
        </p:nvGrpSpPr>
        <p:grpSpPr>
          <a:xfrm>
            <a:off x="5945033" y="3639209"/>
            <a:ext cx="5963197" cy="617314"/>
            <a:chOff x="378371" y="294929"/>
            <a:chExt cx="5963197" cy="61731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A447B1-11B0-7FF2-B505-29E4A33F9CE5}"/>
                </a:ext>
              </a:extLst>
            </p:cNvPr>
            <p:cNvSpPr txBox="1"/>
            <p:nvPr/>
          </p:nvSpPr>
          <p:spPr>
            <a:xfrm>
              <a:off x="960272" y="29492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산행 일정 정보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8B254A1D-B7A4-8B0B-8D80-D61C1F163AAB}"/>
                </a:ext>
              </a:extLst>
            </p:cNvPr>
            <p:cNvSpPr/>
            <p:nvPr/>
          </p:nvSpPr>
          <p:spPr>
            <a:xfrm>
              <a:off x="378371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06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867090-32DC-D991-4439-1D7825EAD543}"/>
                </a:ext>
              </a:extLst>
            </p:cNvPr>
            <p:cNvSpPr txBox="1"/>
            <p:nvPr/>
          </p:nvSpPr>
          <p:spPr>
            <a:xfrm>
              <a:off x="960272" y="635244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닉네임이 작성한 일정 정보만 수정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버튼을 출력된다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9466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DE23A57-F328-F9BA-DDC1-10ED5A148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9" y="401003"/>
            <a:ext cx="9650184" cy="6164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11148D-3A1A-A389-8444-34AE4DF2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438" y="1366014"/>
            <a:ext cx="7886063" cy="42568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2ED34ABB-E917-5BCA-7EDF-48D9B09B42BC}"/>
              </a:ext>
            </a:extLst>
          </p:cNvPr>
          <p:cNvGrpSpPr/>
          <p:nvPr/>
        </p:nvGrpSpPr>
        <p:grpSpPr>
          <a:xfrm>
            <a:off x="5104913" y="2559764"/>
            <a:ext cx="6047274" cy="608078"/>
            <a:chOff x="378372" y="299069"/>
            <a:chExt cx="6047274" cy="6080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7FB5B9-71A0-4212-4CE1-6F0A18AB2959}"/>
                </a:ext>
              </a:extLst>
            </p:cNvPr>
            <p:cNvSpPr txBox="1"/>
            <p:nvPr/>
          </p:nvSpPr>
          <p:spPr>
            <a:xfrm>
              <a:off x="1044350" y="29906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활동 후기 목록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2EE1D8E-404E-D266-E611-38C34BA7E8DE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07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CF78BF-B2FB-06FB-C5C1-B4595336CF67}"/>
                </a:ext>
              </a:extLst>
            </p:cNvPr>
            <p:cNvSpPr txBox="1"/>
            <p:nvPr/>
          </p:nvSpPr>
          <p:spPr>
            <a:xfrm>
              <a:off x="1044350" y="630148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작성자로 검색하여 검색결과를 테이블로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643E82B-5754-4193-3A08-DAA58D024D94}"/>
              </a:ext>
            </a:extLst>
          </p:cNvPr>
          <p:cNvGrpSpPr/>
          <p:nvPr/>
        </p:nvGrpSpPr>
        <p:grpSpPr>
          <a:xfrm>
            <a:off x="2887543" y="5746376"/>
            <a:ext cx="6005231" cy="598842"/>
            <a:chOff x="378372" y="363403"/>
            <a:chExt cx="6005231" cy="59884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E0DEC2-BD4C-1640-6AF8-F8BFA5C407AC}"/>
                </a:ext>
              </a:extLst>
            </p:cNvPr>
            <p:cNvSpPr txBox="1"/>
            <p:nvPr/>
          </p:nvSpPr>
          <p:spPr>
            <a:xfrm>
              <a:off x="1002307" y="363403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38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활동 후기 작성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A21496C-3B3F-79F3-AF14-15C0B4CD6E19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38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07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A61235-AAE5-2F0E-DEB2-31BFEABB327A}"/>
                </a:ext>
              </a:extLst>
            </p:cNvPr>
            <p:cNvSpPr txBox="1"/>
            <p:nvPr/>
          </p:nvSpPr>
          <p:spPr>
            <a:xfrm>
              <a:off x="1002307" y="685246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활동 후기 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사진을 등록한다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325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3C04E7B-22D8-26F9-9EF7-99881C9B7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66" y="793263"/>
            <a:ext cx="9023761" cy="5754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5D33F60-D864-8018-6ECF-4D75226A4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569" y="335429"/>
            <a:ext cx="7940050" cy="537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A067C05-3DDE-B263-1F67-424EB5A1AB11}"/>
              </a:ext>
            </a:extLst>
          </p:cNvPr>
          <p:cNvGrpSpPr/>
          <p:nvPr/>
        </p:nvGrpSpPr>
        <p:grpSpPr>
          <a:xfrm>
            <a:off x="6096000" y="1425664"/>
            <a:ext cx="6005231" cy="580370"/>
            <a:chOff x="378372" y="362129"/>
            <a:chExt cx="6005231" cy="580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E9CC9E-1FE6-B3C7-C34D-8B727C7FCD1C}"/>
                </a:ext>
              </a:extLst>
            </p:cNvPr>
            <p:cNvSpPr txBox="1"/>
            <p:nvPr/>
          </p:nvSpPr>
          <p:spPr>
            <a:xfrm>
              <a:off x="1002307" y="36212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활동 후기 정보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ADF5A4A-C57A-3996-0F0D-1F6D82CA04BA}"/>
                </a:ext>
              </a:extLst>
            </p:cNvPr>
            <p:cNvSpPr/>
            <p:nvPr/>
          </p:nvSpPr>
          <p:spPr>
            <a:xfrm>
              <a:off x="378372" y="378371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08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BE2FC7-737D-7F93-8BE6-CC5558C5C491}"/>
                </a:ext>
              </a:extLst>
            </p:cNvPr>
            <p:cNvSpPr txBox="1"/>
            <p:nvPr/>
          </p:nvSpPr>
          <p:spPr>
            <a:xfrm>
              <a:off x="1002307" y="66550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닉네임이 등록한 활동 후기만 수정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버튼을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4BBC389-BB28-D5EC-F70A-D2A59E052642}"/>
              </a:ext>
            </a:extLst>
          </p:cNvPr>
          <p:cNvGrpSpPr/>
          <p:nvPr/>
        </p:nvGrpSpPr>
        <p:grpSpPr>
          <a:xfrm>
            <a:off x="3317447" y="5503679"/>
            <a:ext cx="5973700" cy="600842"/>
            <a:chOff x="378372" y="320089"/>
            <a:chExt cx="5973700" cy="60084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9A2286-A26C-F66A-19EA-8BACB4F470E0}"/>
                </a:ext>
              </a:extLst>
            </p:cNvPr>
            <p:cNvSpPr txBox="1"/>
            <p:nvPr/>
          </p:nvSpPr>
          <p:spPr>
            <a:xfrm>
              <a:off x="970776" y="32008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활동 후기 수정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F8FD267A-B4BF-00DA-5B78-EE28588E69A1}"/>
                </a:ext>
              </a:extLst>
            </p:cNvPr>
            <p:cNvSpPr/>
            <p:nvPr/>
          </p:nvSpPr>
          <p:spPr>
            <a:xfrm>
              <a:off x="378372" y="378373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08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462AFB5-48B0-1F72-9CC9-8603A39F8E95}"/>
                </a:ext>
              </a:extLst>
            </p:cNvPr>
            <p:cNvSpPr txBox="1"/>
            <p:nvPr/>
          </p:nvSpPr>
          <p:spPr>
            <a:xfrm>
              <a:off x="970776" y="643932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활동 후기 제목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사진을 수정한다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78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E5D945-5426-29B3-F2A5-53D8C672B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54" y="639388"/>
            <a:ext cx="10335802" cy="5579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0EA8E04-8816-15D4-D93C-18BAF02B73A2}"/>
              </a:ext>
            </a:extLst>
          </p:cNvPr>
          <p:cNvGrpSpPr/>
          <p:nvPr/>
        </p:nvGrpSpPr>
        <p:grpSpPr>
          <a:xfrm>
            <a:off x="4319751" y="2150879"/>
            <a:ext cx="6015741" cy="580370"/>
            <a:chOff x="378372" y="341109"/>
            <a:chExt cx="6015741" cy="580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C74147-BEB1-32CA-72E4-05E3E5358B43}"/>
                </a:ext>
              </a:extLst>
            </p:cNvPr>
            <p:cNvSpPr txBox="1"/>
            <p:nvPr/>
          </p:nvSpPr>
          <p:spPr>
            <a:xfrm>
              <a:off x="1012817" y="34110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 페이지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최근 활동 후기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 sz="2000" b="1" dirty="0">
                <a:solidFill>
                  <a:srgbClr val="FF006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1698C77-0786-4B64-7CB1-3234A2516266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09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6B9411-4260-2D20-73E6-234E658C12AC}"/>
                </a:ext>
              </a:extLst>
            </p:cNvPr>
            <p:cNvSpPr txBox="1"/>
            <p:nvPr/>
          </p:nvSpPr>
          <p:spPr>
            <a:xfrm>
              <a:off x="1012817" y="64448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데이터베이스에 저장된 최근 활동 후기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개를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367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9E3FA3-F42E-CBB7-66DB-1713B0104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63" y="628876"/>
            <a:ext cx="10723473" cy="578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C332989C-89FD-868D-5E96-AA5B3CC03AD4}"/>
              </a:ext>
            </a:extLst>
          </p:cNvPr>
          <p:cNvGrpSpPr/>
          <p:nvPr/>
        </p:nvGrpSpPr>
        <p:grpSpPr>
          <a:xfrm>
            <a:off x="4004441" y="2161389"/>
            <a:ext cx="6026250" cy="589606"/>
            <a:chOff x="378372" y="341109"/>
            <a:chExt cx="6026250" cy="58960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F74552-CC40-4E86-54D5-9423449D571B}"/>
                </a:ext>
              </a:extLst>
            </p:cNvPr>
            <p:cNvSpPr txBox="1"/>
            <p:nvPr/>
          </p:nvSpPr>
          <p:spPr>
            <a:xfrm>
              <a:off x="1023326" y="341109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 페이지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최근 산행 일정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 sz="2000" b="1" dirty="0">
                <a:solidFill>
                  <a:srgbClr val="FF006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2368763-05CD-04B3-88AB-4DFB7B912EB2}"/>
                </a:ext>
              </a:extLst>
            </p:cNvPr>
            <p:cNvSpPr/>
            <p:nvPr/>
          </p:nvSpPr>
          <p:spPr>
            <a:xfrm>
              <a:off x="378372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10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8E9C71-FD9D-D7D0-2009-3217A94653C9}"/>
                </a:ext>
              </a:extLst>
            </p:cNvPr>
            <p:cNvSpPr txBox="1"/>
            <p:nvPr/>
          </p:nvSpPr>
          <p:spPr>
            <a:xfrm>
              <a:off x="1023326" y="653716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데이터베이스에 저장된 최근 산행일정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10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개를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캐러셀로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개씩 화면에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5799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C2B67E2-1EB3-2A63-5381-1B1699B34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83" y="582808"/>
            <a:ext cx="10545434" cy="5692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3F594384-08D8-2790-0CEE-26E3622C6282}"/>
              </a:ext>
            </a:extLst>
          </p:cNvPr>
          <p:cNvGrpSpPr/>
          <p:nvPr/>
        </p:nvGrpSpPr>
        <p:grpSpPr>
          <a:xfrm>
            <a:off x="3699643" y="1750526"/>
            <a:ext cx="6026251" cy="571134"/>
            <a:chOff x="378373" y="371365"/>
            <a:chExt cx="6026251" cy="57113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46CDF7-CDD6-4BFF-8F39-0F2019F4661A}"/>
                </a:ext>
              </a:extLst>
            </p:cNvPr>
            <p:cNvSpPr txBox="1"/>
            <p:nvPr/>
          </p:nvSpPr>
          <p:spPr>
            <a:xfrm>
              <a:off x="1023328" y="371365"/>
              <a:ext cx="5381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메인 페이지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최근 게시글</a:t>
              </a:r>
              <a:r>
                <a:rPr lang="en-US" altLang="ko-KR" sz="2000" b="1" dirty="0">
                  <a:solidFill>
                    <a:srgbClr val="FF006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en-US" sz="2000" b="1" dirty="0">
                <a:solidFill>
                  <a:srgbClr val="FF006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C0E5BEE-07FD-B603-D1F4-620FD99549C0}"/>
                </a:ext>
              </a:extLst>
            </p:cNvPr>
            <p:cNvSpPr/>
            <p:nvPr/>
          </p:nvSpPr>
          <p:spPr>
            <a:xfrm>
              <a:off x="378373" y="378372"/>
              <a:ext cx="612000" cy="468000"/>
            </a:xfrm>
            <a:prstGeom prst="roundRect">
              <a:avLst/>
            </a:prstGeom>
            <a:solidFill>
              <a:srgbClr val="FF00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3222CC-BC7E-CCB2-F6DE-600282279507}"/>
                </a:ext>
              </a:extLst>
            </p:cNvPr>
            <p:cNvSpPr txBox="1"/>
            <p:nvPr/>
          </p:nvSpPr>
          <p:spPr>
            <a:xfrm>
              <a:off x="1023328" y="66550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데이터페이스에 저장된 최근 게시글 내용을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5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개씩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904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226</Words>
  <Application>Microsoft Office PowerPoint</Application>
  <PresentationFormat>와이드스크린</PresentationFormat>
  <Paragraphs>51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19</cp:revision>
  <dcterms:created xsi:type="dcterms:W3CDTF">2026-06-01T12:32:44Z</dcterms:created>
  <dcterms:modified xsi:type="dcterms:W3CDTF">2026-06-07T13:47:15Z</dcterms:modified>
</cp:coreProperties>
</file>