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36" y="236"/>
      </p:cViewPr>
      <p:guideLst>
        <p:guide orient="horz" pos="218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BAF3A-FDD0-A11F-F69C-D9C0AF558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C8C629-AC8E-AD67-7E44-53B28E919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95311-4D55-B8BD-5C17-9B50F28C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3B2D2-DD25-D30B-EE17-E0E1C756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0D290-2CF8-64B5-9E28-56B5D89FD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75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2DF1F-8828-0C9C-7CE2-D662DEED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A063F3-C5E5-9D36-1D73-533ED0CCA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8EADC0-C2BF-A7CE-F53E-31AF4C28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0641A5-2B26-C9DF-353F-B237A0B9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E2F10-A4C6-8F83-2955-2C28D148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271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C22D5-61DA-105A-134C-D92C89F12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0B0B1E-1263-11C5-0632-5914BE07A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6D875-E4B3-2D16-60DE-4FF23FD7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84E2F4-4AEC-AB6A-ED6A-450020551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DF21FA-7D36-BD7E-288C-B8BEFB27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78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F36CD5-901C-AA8F-B5AA-1AAA6F0D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26D181-95DE-658D-7D35-07D8CCFF4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885181-955C-7BE0-EDD3-F0991F441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029292-3C83-1B69-06D7-FD1ECA37A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01F01C-F323-5730-0CD0-1C8C8412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2508C1-9C3A-4AA9-59CF-29CB69A6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7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92C37-6939-8031-E9E0-16050220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80AFF1-27EE-C8A7-E516-E820B4A2F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488C52-33CC-6027-6AA5-1EA8712BC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71594A-8093-5D16-02BF-49250885C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9BF939-719A-5B2E-EC45-F3371EA91F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185173-EE17-D90F-F450-2DBD0A55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4E45A1-EBC6-A845-3A16-B1F1BF287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324AC-B647-DA44-FE8D-077522FF4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53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B8D19-B8F0-B635-CB82-3B090043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B76961-B63F-1A7F-1A96-1B621E7D2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437F32-736E-5642-70F0-AEFAA006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83FC86-245F-3671-B3CD-9B5382EB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96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27B657-4A0F-55A1-F140-0F8699FB8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D1D958-6FE9-0E00-501C-1F3A9E45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B920D-6F4C-ED47-641F-0D45C89D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25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AAE95-C53A-F645-1D9C-3F545D54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492958-8FC5-0037-38EB-45F2F0446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C0E76E-45A5-1B16-ACBD-C8D0EEE14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B9932F-367A-16E0-21E2-8A4D8C00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935223-7D1F-B4F5-170F-E4552A9B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A6E5E6-C8BB-C7AF-7052-5CC298C9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33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B09925-8302-B306-D403-FE5C151F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113CFA-9C06-BCC8-EDA2-8875BE634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AD3026-4492-5BB6-049C-63ADADC72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8B7DA3-ED2F-A973-7EC2-22B777CD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8BA69E-C377-E78F-FAF7-FB0FEA43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9EF2F-BED5-588F-2060-594C115A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3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44DE1-AFCA-CEAC-1DCB-E4D67633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BD507-5506-1C1B-972E-4C1D30100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97967-B2CD-8313-48D2-91291B40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B112BF-2F5F-3CA1-FD90-BA046096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D2214-B933-BF59-0F30-BE671EB5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7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F25C694-7763-608B-5037-4158E1A64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0A76D3-E962-95BF-0BD3-16A81B94A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984498-3DC3-0176-B526-7C23E41CF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1A0608-5280-A4AE-4AD2-2334C406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21613E-4B15-5FB9-B945-06EB8480F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5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66F12F-5D23-AE68-E462-811154102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71037C-ED77-E528-171C-9CC1A13EB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486B5F-D6CA-D997-6617-74FAE1420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C1414-1A79-4C6B-9222-637BDC5D6605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46E40-511D-CC17-B36F-95764FD4B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582D7-F5FA-FC8D-0C9C-DBAC05B64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4142C-4A34-4AB0-9DF7-75764A032A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48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9E2B055-91EC-E62A-FFD1-0107F37D2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614" y="215624"/>
            <a:ext cx="7168055" cy="4761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4E124B-F7D8-59AC-1A74-0E038E082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842" y="2087737"/>
            <a:ext cx="7306383" cy="4562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34198B-2D82-EC7E-6C2F-0A69DFBDCB80}"/>
              </a:ext>
            </a:extLst>
          </p:cNvPr>
          <p:cNvSpPr txBox="1"/>
          <p:nvPr/>
        </p:nvSpPr>
        <p:spPr>
          <a:xfrm>
            <a:off x="237269" y="2309900"/>
            <a:ext cx="3735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바이브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코딩</a:t>
            </a:r>
            <a:endParaRPr lang="en-US" altLang="ko-KR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3200" b="1" dirty="0">
                <a:solidFill>
                  <a:srgbClr val="78B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OpenAI API </a:t>
            </a:r>
            <a:r>
              <a:rPr lang="ko-KR" altLang="en-US" sz="3200" b="1" dirty="0">
                <a:solidFill>
                  <a:srgbClr val="78BC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endParaRPr lang="en-US" altLang="ko-KR" sz="3200" b="1" dirty="0">
              <a:solidFill>
                <a:srgbClr val="78BC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A633B50-0F45-FB8C-F746-0A1D9AE36E8C}"/>
              </a:ext>
            </a:extLst>
          </p:cNvPr>
          <p:cNvCxnSpPr>
            <a:cxnSpLocks/>
          </p:cNvCxnSpPr>
          <p:nvPr/>
        </p:nvCxnSpPr>
        <p:spPr>
          <a:xfrm>
            <a:off x="163696" y="3602672"/>
            <a:ext cx="3789468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32225B-057A-1F7E-9D56-161A10791DCD}"/>
              </a:ext>
            </a:extLst>
          </p:cNvPr>
          <p:cNvSpPr txBox="1"/>
          <p:nvPr/>
        </p:nvSpPr>
        <p:spPr>
          <a:xfrm>
            <a:off x="331863" y="3723548"/>
            <a:ext cx="2977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OpenAI API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를 활용한 서비스 예제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8E59100-DA5B-04D6-8B99-0F077580127B}"/>
              </a:ext>
            </a:extLst>
          </p:cNvPr>
          <p:cNvSpPr/>
          <p:nvPr/>
        </p:nvSpPr>
        <p:spPr>
          <a:xfrm>
            <a:off x="5424507" y="486421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2A0E153-F004-79DD-5A98-F644E6BB3DD3}"/>
              </a:ext>
            </a:extLst>
          </p:cNvPr>
          <p:cNvSpPr/>
          <p:nvPr/>
        </p:nvSpPr>
        <p:spPr>
          <a:xfrm>
            <a:off x="6995804" y="486421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995E54D-58DE-45EE-AC0E-85081D1341F1}"/>
              </a:ext>
            </a:extLst>
          </p:cNvPr>
          <p:cNvSpPr/>
          <p:nvPr/>
        </p:nvSpPr>
        <p:spPr>
          <a:xfrm>
            <a:off x="8309596" y="486421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487B2F7-2088-4DA7-158F-3986EBBEF6F1}"/>
              </a:ext>
            </a:extLst>
          </p:cNvPr>
          <p:cNvSpPr/>
          <p:nvPr/>
        </p:nvSpPr>
        <p:spPr>
          <a:xfrm>
            <a:off x="9922935" y="486421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9CFD867-6687-16DA-5E16-72C4393A2E03}"/>
              </a:ext>
            </a:extLst>
          </p:cNvPr>
          <p:cNvSpPr/>
          <p:nvPr/>
        </p:nvSpPr>
        <p:spPr>
          <a:xfrm>
            <a:off x="9713858" y="1133454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8854BF-EE0B-7967-0E18-802882D1BF60}"/>
              </a:ext>
            </a:extLst>
          </p:cNvPr>
          <p:cNvSpPr txBox="1"/>
          <p:nvPr/>
        </p:nvSpPr>
        <p:spPr>
          <a:xfrm>
            <a:off x="10123122" y="1164988"/>
            <a:ext cx="1270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4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Dark Mode</a:t>
            </a:r>
            <a:endParaRPr lang="ko-KR" altLang="en-US" sz="14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2B4A20D-8B0D-78E2-67EE-9A3763F4CD0C}"/>
              </a:ext>
            </a:extLst>
          </p:cNvPr>
          <p:cNvSpPr/>
          <p:nvPr/>
        </p:nvSpPr>
        <p:spPr>
          <a:xfrm>
            <a:off x="9887278" y="3131730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72C1A7-BFF3-B4AE-898C-5E80158A7C4E}"/>
              </a:ext>
            </a:extLst>
          </p:cNvPr>
          <p:cNvSpPr txBox="1"/>
          <p:nvPr/>
        </p:nvSpPr>
        <p:spPr>
          <a:xfrm>
            <a:off x="10201949" y="3157736"/>
            <a:ext cx="16432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Light Mode</a:t>
            </a:r>
            <a:endParaRPr lang="ko-KR" altLang="en-US" sz="1400" b="1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093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883D65EA-F896-176B-A052-9F92F1670BAF}"/>
              </a:ext>
            </a:extLst>
          </p:cNvPr>
          <p:cNvGrpSpPr/>
          <p:nvPr/>
        </p:nvGrpSpPr>
        <p:grpSpPr>
          <a:xfrm>
            <a:off x="440217" y="404345"/>
            <a:ext cx="6246966" cy="750441"/>
            <a:chOff x="378372" y="336968"/>
            <a:chExt cx="6246966" cy="7504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713D64-7161-168E-10D8-447AC1826793}"/>
                </a:ext>
              </a:extLst>
            </p:cNvPr>
            <p:cNvSpPr txBox="1"/>
            <p:nvPr/>
          </p:nvSpPr>
          <p:spPr>
            <a:xfrm>
              <a:off x="1244042" y="33696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텍스트 요약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733A303-8212-0FCD-8267-83EF0563D04E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78BC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01</a:t>
              </a:r>
              <a:endParaRPr lang="ko-KR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2427D1-608A-E53D-E492-A60F3FF1F35A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네이버 뉴스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IT/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과학 섹션 상위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TOP2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기사를 수집한다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CBA294D3-04D9-5901-CD7D-089AB6843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41" y="1303283"/>
            <a:ext cx="8193010" cy="51749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0A2DB6E1-A692-EA17-7150-A9A033473E53}"/>
              </a:ext>
            </a:extLst>
          </p:cNvPr>
          <p:cNvSpPr/>
          <p:nvPr/>
        </p:nvSpPr>
        <p:spPr>
          <a:xfrm>
            <a:off x="4058162" y="3570616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B04AF5F-7093-8FC4-2548-E08213B57E7E}"/>
              </a:ext>
            </a:extLst>
          </p:cNvPr>
          <p:cNvSpPr/>
          <p:nvPr/>
        </p:nvSpPr>
        <p:spPr>
          <a:xfrm>
            <a:off x="1409556" y="5978317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4D5A52C-9F97-DF29-6940-E5AC3953B724}"/>
              </a:ext>
            </a:extLst>
          </p:cNvPr>
          <p:cNvSpPr/>
          <p:nvPr/>
        </p:nvSpPr>
        <p:spPr>
          <a:xfrm>
            <a:off x="468880" y="3713338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7D4F9DC-AD2D-0BCF-F79C-223263035DB2}"/>
              </a:ext>
            </a:extLst>
          </p:cNvPr>
          <p:cNvSpPr/>
          <p:nvPr/>
        </p:nvSpPr>
        <p:spPr>
          <a:xfrm>
            <a:off x="8673338" y="2688984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13995D-FD10-6674-8A0B-8BBF3EEAB371}"/>
              </a:ext>
            </a:extLst>
          </p:cNvPr>
          <p:cNvSpPr txBox="1"/>
          <p:nvPr/>
        </p:nvSpPr>
        <p:spPr>
          <a:xfrm>
            <a:off x="9040560" y="2583884"/>
            <a:ext cx="287817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네이버 뉴스</a:t>
            </a:r>
            <a:r>
              <a:rPr lang="en-US" altLang="ko-KR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IT/</a:t>
            </a: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과학 기사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출처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기사제목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기사내용을 출력한다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BD0614E-E0A6-1BB5-16F4-045FDDC6717F}"/>
              </a:ext>
            </a:extLst>
          </p:cNvPr>
          <p:cNvSpPr/>
          <p:nvPr/>
        </p:nvSpPr>
        <p:spPr>
          <a:xfrm>
            <a:off x="8673338" y="4444208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C9B4E2-B584-6CE7-6B83-EF965CBE5941}"/>
              </a:ext>
            </a:extLst>
          </p:cNvPr>
          <p:cNvSpPr txBox="1"/>
          <p:nvPr/>
        </p:nvSpPr>
        <p:spPr>
          <a:xfrm>
            <a:off x="9040560" y="4333855"/>
            <a:ext cx="289919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내용 전체</a:t>
            </a:r>
            <a:r>
              <a:rPr lang="en-US" altLang="ko-KR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/3</a:t>
            </a: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줄 보기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 내용이 전체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/3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줄 보기 </a:t>
            </a: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토글된다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1107C6F-DBAD-4B3F-8105-EE026C586C68}"/>
              </a:ext>
            </a:extLst>
          </p:cNvPr>
          <p:cNvSpPr/>
          <p:nvPr/>
        </p:nvSpPr>
        <p:spPr>
          <a:xfrm>
            <a:off x="8673338" y="532181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582E17-CF3D-7126-7024-0EC06C991E12}"/>
              </a:ext>
            </a:extLst>
          </p:cNvPr>
          <p:cNvSpPr txBox="1"/>
          <p:nvPr/>
        </p:nvSpPr>
        <p:spPr>
          <a:xfrm>
            <a:off x="9040560" y="5216719"/>
            <a:ext cx="290970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기사요약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기사요약 기능은 다음에 제작한다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 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CE38466-1AD4-91FF-C62E-9FFFD13ED256}"/>
              </a:ext>
            </a:extLst>
          </p:cNvPr>
          <p:cNvSpPr/>
          <p:nvPr/>
        </p:nvSpPr>
        <p:spPr>
          <a:xfrm>
            <a:off x="8673338" y="3566596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BDF37-31B0-2D83-7C37-17C39E96E6E9}"/>
              </a:ext>
            </a:extLst>
          </p:cNvPr>
          <p:cNvSpPr txBox="1"/>
          <p:nvPr/>
        </p:nvSpPr>
        <p:spPr>
          <a:xfrm>
            <a:off x="9040560" y="3466749"/>
            <a:ext cx="29622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 제목 클릭</a:t>
            </a: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크릭 시 원본 기사 사이트로 이동한다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744473A-0A11-3B9A-1031-61AD6296FDAA}"/>
              </a:ext>
            </a:extLst>
          </p:cNvPr>
          <p:cNvSpPr/>
          <p:nvPr/>
        </p:nvSpPr>
        <p:spPr>
          <a:xfrm>
            <a:off x="7501435" y="2983267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906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C54351-F058-7612-D5AE-ACA224FE5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20" y="1387366"/>
            <a:ext cx="8087907" cy="51085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DE64CA0-13FD-D8A7-0F70-062071D8BB28}"/>
              </a:ext>
            </a:extLst>
          </p:cNvPr>
          <p:cNvGrpSpPr/>
          <p:nvPr/>
        </p:nvGrpSpPr>
        <p:grpSpPr>
          <a:xfrm>
            <a:off x="440217" y="404345"/>
            <a:ext cx="6246966" cy="750441"/>
            <a:chOff x="378372" y="336968"/>
            <a:chExt cx="6246966" cy="7504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B7F819-08C8-F782-E98F-CF1B413B8326}"/>
                </a:ext>
              </a:extLst>
            </p:cNvPr>
            <p:cNvSpPr txBox="1"/>
            <p:nvPr/>
          </p:nvSpPr>
          <p:spPr>
            <a:xfrm>
              <a:off x="1244042" y="336968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텍스트 요약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- 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기사요약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C33D05AB-2593-B0E4-B704-D013CD17FF0C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78BC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02</a:t>
              </a:r>
              <a:endParaRPr lang="ko-KR" alt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300347-120C-7430-8364-DA8CFF7173C9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수집한 뉴스 기사를 오픈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AI API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 이용하여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줄로 요약한다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1" name="타원 10">
            <a:extLst>
              <a:ext uri="{FF2B5EF4-FFF2-40B4-BE49-F238E27FC236}">
                <a16:creationId xmlns:a16="http://schemas.microsoft.com/office/drawing/2014/main" id="{8A40CFEB-0375-5687-EADD-DEA9C4ABD5BA}"/>
              </a:ext>
            </a:extLst>
          </p:cNvPr>
          <p:cNvSpPr/>
          <p:nvPr/>
        </p:nvSpPr>
        <p:spPr>
          <a:xfrm>
            <a:off x="6890700" y="3387517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51B7990-F31E-7AAD-90FC-332CB676F653}"/>
              </a:ext>
            </a:extLst>
          </p:cNvPr>
          <p:cNvSpPr/>
          <p:nvPr/>
        </p:nvSpPr>
        <p:spPr>
          <a:xfrm>
            <a:off x="4546893" y="3870992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915D927-243C-161B-D088-74B58AC13BD6}"/>
              </a:ext>
            </a:extLst>
          </p:cNvPr>
          <p:cNvSpPr/>
          <p:nvPr/>
        </p:nvSpPr>
        <p:spPr>
          <a:xfrm>
            <a:off x="5314148" y="4144261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E93CFDE-5EC5-1828-C297-94D1798558C2}"/>
              </a:ext>
            </a:extLst>
          </p:cNvPr>
          <p:cNvSpPr/>
          <p:nvPr/>
        </p:nvSpPr>
        <p:spPr>
          <a:xfrm>
            <a:off x="8494664" y="3456241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A9629-F43A-7E89-1ED6-E688A21FD69F}"/>
              </a:ext>
            </a:extLst>
          </p:cNvPr>
          <p:cNvSpPr txBox="1"/>
          <p:nvPr/>
        </p:nvSpPr>
        <p:spPr>
          <a:xfrm>
            <a:off x="8861887" y="3351141"/>
            <a:ext cx="325654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기사요약 버튼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기사가 한 문장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/3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가지 항목으로 요약된다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CC6958D-162B-7EE6-1078-BC228FA5D12F}"/>
              </a:ext>
            </a:extLst>
          </p:cNvPr>
          <p:cNvSpPr/>
          <p:nvPr/>
        </p:nvSpPr>
        <p:spPr>
          <a:xfrm>
            <a:off x="8494664" y="5211465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112D29-EDA8-F6BC-14F7-CFE97E863045}"/>
              </a:ext>
            </a:extLst>
          </p:cNvPr>
          <p:cNvSpPr txBox="1"/>
          <p:nvPr/>
        </p:nvSpPr>
        <p:spPr>
          <a:xfrm>
            <a:off x="8861886" y="5101112"/>
            <a:ext cx="289919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English </a:t>
            </a: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 내용이 영어로 요약된다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D8C631E-7A80-7097-BA4F-410B107FD011}"/>
              </a:ext>
            </a:extLst>
          </p:cNvPr>
          <p:cNvSpPr/>
          <p:nvPr/>
        </p:nvSpPr>
        <p:spPr>
          <a:xfrm>
            <a:off x="8494664" y="4333853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BD57BD-03F4-BFE3-BE80-B53709DEE46B}"/>
              </a:ext>
            </a:extLst>
          </p:cNvPr>
          <p:cNvSpPr txBox="1"/>
          <p:nvPr/>
        </p:nvSpPr>
        <p:spPr>
          <a:xfrm>
            <a:off x="8861886" y="4234006"/>
            <a:ext cx="29622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한글 클릭</a:t>
            </a: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기사 내용이 한글로 요약된다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5939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C6567A-F1CE-800E-A029-FCF0A3F05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56" y="1513488"/>
            <a:ext cx="7930939" cy="4960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F75BF018-FDF1-F7B1-0314-729189318716}"/>
              </a:ext>
            </a:extLst>
          </p:cNvPr>
          <p:cNvGrpSpPr/>
          <p:nvPr/>
        </p:nvGrpSpPr>
        <p:grpSpPr>
          <a:xfrm>
            <a:off x="440217" y="404345"/>
            <a:ext cx="6822430" cy="750441"/>
            <a:chOff x="440217" y="404345"/>
            <a:chExt cx="6822430" cy="7504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015FBE-43D5-A807-053A-52D5FF0419AA}"/>
                </a:ext>
              </a:extLst>
            </p:cNvPr>
            <p:cNvSpPr txBox="1"/>
            <p:nvPr/>
          </p:nvSpPr>
          <p:spPr>
            <a:xfrm>
              <a:off x="1305887" y="404345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이메일 생성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2B75667-58E8-FCD7-1C9F-44F1ADB2AC43}"/>
                </a:ext>
              </a:extLst>
            </p:cNvPr>
            <p:cNvSpPr/>
            <p:nvPr/>
          </p:nvSpPr>
          <p:spPr>
            <a:xfrm>
              <a:off x="440217" y="445749"/>
              <a:ext cx="662152" cy="662152"/>
            </a:xfrm>
            <a:prstGeom prst="roundRect">
              <a:avLst/>
            </a:prstGeom>
            <a:solidFill>
              <a:srgbClr val="78BC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03</a:t>
              </a:r>
              <a:endParaRPr lang="ko-KR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002E11-A5A3-080F-9B43-3E6F9139CD4D}"/>
                </a:ext>
              </a:extLst>
            </p:cNvPr>
            <p:cNvSpPr txBox="1"/>
            <p:nvPr/>
          </p:nvSpPr>
          <p:spPr>
            <a:xfrm>
              <a:off x="1305886" y="877787"/>
              <a:ext cx="5956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오픈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AI API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 이용하여 자동으로 요구사항에 맞는 이메일을 생성한다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F38ADA8A-D405-AA52-2D76-046A435486C4}"/>
              </a:ext>
            </a:extLst>
          </p:cNvPr>
          <p:cNvSpPr/>
          <p:nvPr/>
        </p:nvSpPr>
        <p:spPr>
          <a:xfrm>
            <a:off x="405817" y="528988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755C183-4BA5-B9E0-70D7-3E3F9266B2CC}"/>
              </a:ext>
            </a:extLst>
          </p:cNvPr>
          <p:cNvSpPr/>
          <p:nvPr/>
        </p:nvSpPr>
        <p:spPr>
          <a:xfrm>
            <a:off x="7558107" y="5904743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5ACA8FB-16DE-5743-84F2-BCC713683154}"/>
              </a:ext>
            </a:extLst>
          </p:cNvPr>
          <p:cNvSpPr/>
          <p:nvPr/>
        </p:nvSpPr>
        <p:spPr>
          <a:xfrm>
            <a:off x="6669981" y="2967103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23CBAF3-871F-5611-5611-007163E288E6}"/>
              </a:ext>
            </a:extLst>
          </p:cNvPr>
          <p:cNvSpPr/>
          <p:nvPr/>
        </p:nvSpPr>
        <p:spPr>
          <a:xfrm>
            <a:off x="8389564" y="2773070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E9C68-79A5-E62C-39AF-344A46CE915A}"/>
              </a:ext>
            </a:extLst>
          </p:cNvPr>
          <p:cNvSpPr txBox="1"/>
          <p:nvPr/>
        </p:nvSpPr>
        <p:spPr>
          <a:xfrm>
            <a:off x="8735766" y="2667970"/>
            <a:ext cx="34352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</a:t>
            </a: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에게 이메일 생성 요청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사용자 요구사항에 맞는 이메일을 생성한다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7F8DAD8-1B54-9E5C-F4CD-A5EE3E0E5B03}"/>
              </a:ext>
            </a:extLst>
          </p:cNvPr>
          <p:cNvSpPr/>
          <p:nvPr/>
        </p:nvSpPr>
        <p:spPr>
          <a:xfrm>
            <a:off x="8389564" y="5495243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F59210-9600-7B8C-1ED9-0C78E3EE523A}"/>
              </a:ext>
            </a:extLst>
          </p:cNvPr>
          <p:cNvSpPr txBox="1"/>
          <p:nvPr/>
        </p:nvSpPr>
        <p:spPr>
          <a:xfrm>
            <a:off x="8735766" y="5384890"/>
            <a:ext cx="289919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저장된 메일 확인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저장된 메일 목록 페이지로 이동한다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66EF383-7891-E63C-CD6F-A1F5B6EB0269}"/>
              </a:ext>
            </a:extLst>
          </p:cNvPr>
          <p:cNvSpPr/>
          <p:nvPr/>
        </p:nvSpPr>
        <p:spPr>
          <a:xfrm>
            <a:off x="8389564" y="4587852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A7CBC-9B11-1A4F-26E0-E598033E11B2}"/>
              </a:ext>
            </a:extLst>
          </p:cNvPr>
          <p:cNvSpPr txBox="1"/>
          <p:nvPr/>
        </p:nvSpPr>
        <p:spPr>
          <a:xfrm>
            <a:off x="8735766" y="4517784"/>
            <a:ext cx="34352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생성된 메일 저장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생성된 이메일을 데이터베이스에 저장한다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18FB277-FD5C-9138-DA35-0FF641034B1D}"/>
              </a:ext>
            </a:extLst>
          </p:cNvPr>
          <p:cNvSpPr/>
          <p:nvPr/>
        </p:nvSpPr>
        <p:spPr>
          <a:xfrm>
            <a:off x="5529611" y="3539916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714C0E3-FA99-F6AA-A1C6-B406518B5CB8}"/>
              </a:ext>
            </a:extLst>
          </p:cNvPr>
          <p:cNvSpPr/>
          <p:nvPr/>
        </p:nvSpPr>
        <p:spPr>
          <a:xfrm>
            <a:off x="8389564" y="3680461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F82699-1123-E1B4-78F2-C37B2FA60CB3}"/>
              </a:ext>
            </a:extLst>
          </p:cNvPr>
          <p:cNvSpPr txBox="1"/>
          <p:nvPr/>
        </p:nvSpPr>
        <p:spPr>
          <a:xfrm>
            <a:off x="8735766" y="3629660"/>
            <a:ext cx="34352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생성된 이메일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요구에 맞는 제목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내용 이메일이 생성된다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378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A88D05B-449E-C04F-4CC2-E72A63414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98" y="1481959"/>
            <a:ext cx="7737505" cy="49188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262351DA-F078-1AEE-BF55-E92CD77013DC}"/>
              </a:ext>
            </a:extLst>
          </p:cNvPr>
          <p:cNvGrpSpPr/>
          <p:nvPr/>
        </p:nvGrpSpPr>
        <p:grpSpPr>
          <a:xfrm>
            <a:off x="440217" y="404345"/>
            <a:ext cx="6822430" cy="708401"/>
            <a:chOff x="440217" y="404345"/>
            <a:chExt cx="6822430" cy="70840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F63224-0BF2-E8F5-DA8B-BC93B5F74BA8}"/>
                </a:ext>
              </a:extLst>
            </p:cNvPr>
            <p:cNvSpPr txBox="1"/>
            <p:nvPr/>
          </p:nvSpPr>
          <p:spPr>
            <a:xfrm>
              <a:off x="1305887" y="404345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이메일 목록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E4470776-3E40-F62B-479E-845E1E702703}"/>
                </a:ext>
              </a:extLst>
            </p:cNvPr>
            <p:cNvSpPr/>
            <p:nvPr/>
          </p:nvSpPr>
          <p:spPr>
            <a:xfrm>
              <a:off x="440217" y="445749"/>
              <a:ext cx="662152" cy="662152"/>
            </a:xfrm>
            <a:prstGeom prst="roundRect">
              <a:avLst/>
            </a:prstGeom>
            <a:solidFill>
              <a:srgbClr val="78BC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04</a:t>
              </a:r>
              <a:endParaRPr lang="ko-KR" altLang="en-US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A1324A-0A05-B40D-F6D2-98C8FC4A20E4}"/>
                </a:ext>
              </a:extLst>
            </p:cNvPr>
            <p:cNvSpPr txBox="1"/>
            <p:nvPr/>
          </p:nvSpPr>
          <p:spPr>
            <a:xfrm>
              <a:off x="1305886" y="835747"/>
              <a:ext cx="5956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저장된 이메일 목록을 한페이지에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개씩 수신자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핵심 용건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톤앤매너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저장일시를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2" name="타원 11">
            <a:extLst>
              <a:ext uri="{FF2B5EF4-FFF2-40B4-BE49-F238E27FC236}">
                <a16:creationId xmlns:a16="http://schemas.microsoft.com/office/drawing/2014/main" id="{79FD2820-E816-47FF-F5F6-78CE721074E4}"/>
              </a:ext>
            </a:extLst>
          </p:cNvPr>
          <p:cNvSpPr/>
          <p:nvPr/>
        </p:nvSpPr>
        <p:spPr>
          <a:xfrm>
            <a:off x="3254119" y="5373972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C6FA9E4-831C-DDB3-6D59-EDDF34A9E5D6}"/>
              </a:ext>
            </a:extLst>
          </p:cNvPr>
          <p:cNvSpPr/>
          <p:nvPr/>
        </p:nvSpPr>
        <p:spPr>
          <a:xfrm>
            <a:off x="3474837" y="3129183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861438B-DB24-5E60-3AC6-F1ED97D7A2DF}"/>
              </a:ext>
            </a:extLst>
          </p:cNvPr>
          <p:cNvSpPr/>
          <p:nvPr/>
        </p:nvSpPr>
        <p:spPr>
          <a:xfrm>
            <a:off x="3958312" y="3129183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10A32BA-D0A4-D26B-384F-8EE886F76A51}"/>
              </a:ext>
            </a:extLst>
          </p:cNvPr>
          <p:cNvSpPr/>
          <p:nvPr/>
        </p:nvSpPr>
        <p:spPr>
          <a:xfrm>
            <a:off x="7106163" y="2934741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F7642E1-6098-9734-4B8F-D722722F5FD0}"/>
              </a:ext>
            </a:extLst>
          </p:cNvPr>
          <p:cNvSpPr/>
          <p:nvPr/>
        </p:nvSpPr>
        <p:spPr>
          <a:xfrm>
            <a:off x="8294974" y="2773070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9C4576-A327-8631-DA00-3D14D8C0F868}"/>
              </a:ext>
            </a:extLst>
          </p:cNvPr>
          <p:cNvSpPr txBox="1"/>
          <p:nvPr/>
        </p:nvSpPr>
        <p:spPr>
          <a:xfrm>
            <a:off x="8641176" y="2667970"/>
            <a:ext cx="34352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저장된 메일 목록 출력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한페이지에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4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개의 메일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보이는 페이지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5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6E83484-6A68-82ED-C4AE-2DFF3DBB15BA}"/>
              </a:ext>
            </a:extLst>
          </p:cNvPr>
          <p:cNvSpPr/>
          <p:nvPr/>
        </p:nvSpPr>
        <p:spPr>
          <a:xfrm>
            <a:off x="8294974" y="5495243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8954A3-8C86-B2C1-B61A-6A2BCDC23D27}"/>
              </a:ext>
            </a:extLst>
          </p:cNvPr>
          <p:cNvSpPr txBox="1"/>
          <p:nvPr/>
        </p:nvSpPr>
        <p:spPr>
          <a:xfrm>
            <a:off x="8641176" y="5384890"/>
            <a:ext cx="289919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이메일 생성 텍스트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다시 이메일 생성 페이지로 이동한다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EA1175A-5538-553E-9655-4F4E3BBBE8CC}"/>
              </a:ext>
            </a:extLst>
          </p:cNvPr>
          <p:cNvSpPr/>
          <p:nvPr/>
        </p:nvSpPr>
        <p:spPr>
          <a:xfrm>
            <a:off x="8294974" y="4587852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C37904-7AE6-3BD4-6BFE-57BA063CED5B}"/>
              </a:ext>
            </a:extLst>
          </p:cNvPr>
          <p:cNvSpPr txBox="1"/>
          <p:nvPr/>
        </p:nvSpPr>
        <p:spPr>
          <a:xfrm>
            <a:off x="8641176" y="4517784"/>
            <a:ext cx="34352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삭제 아이콘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현재 생성된 이메일이 삭제된다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7646101-60A3-183E-6E7E-9DF65C384770}"/>
              </a:ext>
            </a:extLst>
          </p:cNvPr>
          <p:cNvSpPr/>
          <p:nvPr/>
        </p:nvSpPr>
        <p:spPr>
          <a:xfrm>
            <a:off x="8294974" y="3680461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B58902-A0A4-852F-3E29-2250CF7F8EDE}"/>
              </a:ext>
            </a:extLst>
          </p:cNvPr>
          <p:cNvSpPr txBox="1"/>
          <p:nvPr/>
        </p:nvSpPr>
        <p:spPr>
          <a:xfrm>
            <a:off x="8641176" y="3629660"/>
            <a:ext cx="34352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수정 아이콘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생성된 메일 수정 페이지로 이동한다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801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13FE8D-7AAB-279A-5A47-7774323D9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32" y="1334815"/>
            <a:ext cx="7949552" cy="5118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7B8B9E55-2DD5-A81F-43A9-3C8F81352040}"/>
              </a:ext>
            </a:extLst>
          </p:cNvPr>
          <p:cNvSpPr/>
          <p:nvPr/>
        </p:nvSpPr>
        <p:spPr>
          <a:xfrm>
            <a:off x="605512" y="4259875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82A576A-4F68-707C-C111-1A6622577FC4}"/>
              </a:ext>
            </a:extLst>
          </p:cNvPr>
          <p:cNvSpPr/>
          <p:nvPr/>
        </p:nvSpPr>
        <p:spPr>
          <a:xfrm>
            <a:off x="6302117" y="5521114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431B5DC-FA3A-E21F-4CFB-112A86A50ECF}"/>
              </a:ext>
            </a:extLst>
          </p:cNvPr>
          <p:cNvSpPr/>
          <p:nvPr/>
        </p:nvSpPr>
        <p:spPr>
          <a:xfrm>
            <a:off x="6953759" y="5521114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1C0385B-BAB7-4B93-82FD-ABDB6327792C}"/>
              </a:ext>
            </a:extLst>
          </p:cNvPr>
          <p:cNvSpPr/>
          <p:nvPr/>
        </p:nvSpPr>
        <p:spPr>
          <a:xfrm>
            <a:off x="7552848" y="5521114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40C12A2-C86E-5073-3CD4-4786240BCBBE}"/>
              </a:ext>
            </a:extLst>
          </p:cNvPr>
          <p:cNvGrpSpPr/>
          <p:nvPr/>
        </p:nvGrpSpPr>
        <p:grpSpPr>
          <a:xfrm>
            <a:off x="440217" y="404345"/>
            <a:ext cx="6822430" cy="708401"/>
            <a:chOff x="440217" y="404345"/>
            <a:chExt cx="6822430" cy="70840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A0C054-A790-82D6-8A73-D6377367684E}"/>
                </a:ext>
              </a:extLst>
            </p:cNvPr>
            <p:cNvSpPr txBox="1"/>
            <p:nvPr/>
          </p:nvSpPr>
          <p:spPr>
            <a:xfrm>
              <a:off x="1305887" y="404345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이메일 목록 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– 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이메일 수정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삭제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2118B5E0-87BE-5945-08F7-595E4641039D}"/>
                </a:ext>
              </a:extLst>
            </p:cNvPr>
            <p:cNvSpPr/>
            <p:nvPr/>
          </p:nvSpPr>
          <p:spPr>
            <a:xfrm>
              <a:off x="440217" y="445749"/>
              <a:ext cx="662152" cy="662152"/>
            </a:xfrm>
            <a:prstGeom prst="roundRect">
              <a:avLst/>
            </a:prstGeom>
            <a:solidFill>
              <a:srgbClr val="78BC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05</a:t>
              </a:r>
              <a:endParaRPr lang="ko-KR" altLang="en-US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678653-2F4E-251C-D002-1F05FF01EF93}"/>
                </a:ext>
              </a:extLst>
            </p:cNvPr>
            <p:cNvSpPr txBox="1"/>
            <p:nvPr/>
          </p:nvSpPr>
          <p:spPr>
            <a:xfrm>
              <a:off x="1305886" y="835747"/>
              <a:ext cx="5956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생성된 이메일 중 선택한 이메일의 제목 본문을 수정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 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4" name="타원 13">
            <a:extLst>
              <a:ext uri="{FF2B5EF4-FFF2-40B4-BE49-F238E27FC236}">
                <a16:creationId xmlns:a16="http://schemas.microsoft.com/office/drawing/2014/main" id="{5E159FEF-41F4-8161-AD43-126E38DE3D0D}"/>
              </a:ext>
            </a:extLst>
          </p:cNvPr>
          <p:cNvSpPr/>
          <p:nvPr/>
        </p:nvSpPr>
        <p:spPr>
          <a:xfrm>
            <a:off x="8473651" y="2688987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03215-CD0F-E016-6C50-CF48C703AF77}"/>
              </a:ext>
            </a:extLst>
          </p:cNvPr>
          <p:cNvSpPr txBox="1"/>
          <p:nvPr/>
        </p:nvSpPr>
        <p:spPr>
          <a:xfrm>
            <a:off x="8819852" y="2583887"/>
            <a:ext cx="333010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제목</a:t>
            </a:r>
            <a:r>
              <a:rPr lang="en-US" altLang="ko-KR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본문 입력상자 출력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생성된 제목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본문을 입력상자에 출력한다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7F5A224-5813-1809-92C6-C7D363D803C7}"/>
              </a:ext>
            </a:extLst>
          </p:cNvPr>
          <p:cNvSpPr/>
          <p:nvPr/>
        </p:nvSpPr>
        <p:spPr>
          <a:xfrm>
            <a:off x="8473651" y="5411160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E4F0DB-862C-B160-B956-BD8E345E85B0}"/>
              </a:ext>
            </a:extLst>
          </p:cNvPr>
          <p:cNvSpPr txBox="1"/>
          <p:nvPr/>
        </p:nvSpPr>
        <p:spPr>
          <a:xfrm>
            <a:off x="8819853" y="5300807"/>
            <a:ext cx="289919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저장 버튼 클릭</a:t>
            </a: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수정한 제목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본문을 저당한다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B569E70-A3DC-030C-1D68-628F37E4925E}"/>
              </a:ext>
            </a:extLst>
          </p:cNvPr>
          <p:cNvSpPr/>
          <p:nvPr/>
        </p:nvSpPr>
        <p:spPr>
          <a:xfrm>
            <a:off x="8473651" y="450376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D8E365-D5A0-7315-D60D-5E7C6DBF0695}"/>
              </a:ext>
            </a:extLst>
          </p:cNvPr>
          <p:cNvSpPr txBox="1"/>
          <p:nvPr/>
        </p:nvSpPr>
        <p:spPr>
          <a:xfrm>
            <a:off x="8861893" y="4433701"/>
            <a:ext cx="343521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삭제 버튼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생성된 메일을 질의하여 삭제한다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B21912C-78DF-8851-E356-2C2602C64581}"/>
              </a:ext>
            </a:extLst>
          </p:cNvPr>
          <p:cNvSpPr/>
          <p:nvPr/>
        </p:nvSpPr>
        <p:spPr>
          <a:xfrm>
            <a:off x="8473651" y="3596378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0555A2-BE36-DB7D-7E75-46019DDA7547}"/>
              </a:ext>
            </a:extLst>
          </p:cNvPr>
          <p:cNvSpPr txBox="1"/>
          <p:nvPr/>
        </p:nvSpPr>
        <p:spPr>
          <a:xfrm>
            <a:off x="8819853" y="3545577"/>
            <a:ext cx="29937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목록으로 버튼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생성된 메일 목록 페이지로 이동한다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851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814063-479B-AE45-B124-9E7FC6473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51" y="1288880"/>
            <a:ext cx="7855111" cy="54023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585AF859-B67C-AB24-887C-E461EBA55468}"/>
              </a:ext>
            </a:extLst>
          </p:cNvPr>
          <p:cNvGrpSpPr/>
          <p:nvPr/>
        </p:nvGrpSpPr>
        <p:grpSpPr>
          <a:xfrm>
            <a:off x="440217" y="404345"/>
            <a:ext cx="6822430" cy="708401"/>
            <a:chOff x="440217" y="404345"/>
            <a:chExt cx="6822430" cy="7084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8BDBAF-CB01-A011-0135-F2655D3A9084}"/>
                </a:ext>
              </a:extLst>
            </p:cNvPr>
            <p:cNvSpPr txBox="1"/>
            <p:nvPr/>
          </p:nvSpPr>
          <p:spPr>
            <a:xfrm>
              <a:off x="1305887" y="404345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데이터분석과 시각화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18DF99C-1885-18E0-A81C-28AD8D7B3A72}"/>
                </a:ext>
              </a:extLst>
            </p:cNvPr>
            <p:cNvSpPr/>
            <p:nvPr/>
          </p:nvSpPr>
          <p:spPr>
            <a:xfrm>
              <a:off x="440217" y="445749"/>
              <a:ext cx="662152" cy="662152"/>
            </a:xfrm>
            <a:prstGeom prst="roundRect">
              <a:avLst/>
            </a:prstGeom>
            <a:solidFill>
              <a:srgbClr val="78BC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06</a:t>
              </a:r>
              <a:endParaRPr lang="ko-KR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E9554B-50D8-4365-531B-B782D3935B4B}"/>
                </a:ext>
              </a:extLst>
            </p:cNvPr>
            <p:cNvSpPr txBox="1"/>
            <p:nvPr/>
          </p:nvSpPr>
          <p:spPr>
            <a:xfrm>
              <a:off x="1305886" y="835747"/>
              <a:ext cx="5956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오픈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AI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API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이용해 데이터 의미를 해석하고 인사이트를 도출하고  시각화 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AFD128E7-1327-F5A0-35CE-D63AC7078BCB}"/>
              </a:ext>
            </a:extLst>
          </p:cNvPr>
          <p:cNvSpPr/>
          <p:nvPr/>
        </p:nvSpPr>
        <p:spPr>
          <a:xfrm>
            <a:off x="8347531" y="2688987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10BFD-7B07-38F9-0740-92A6575FF698}"/>
              </a:ext>
            </a:extLst>
          </p:cNvPr>
          <p:cNvSpPr txBox="1"/>
          <p:nvPr/>
        </p:nvSpPr>
        <p:spPr>
          <a:xfrm>
            <a:off x="8693732" y="2583887"/>
            <a:ext cx="333010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 </a:t>
            </a:r>
            <a:r>
              <a:rPr lang="ko-KR" altLang="en-US" sz="1600" b="1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파알</a:t>
            </a: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업로드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분석할 데이터 파일을 드래그해 선택한다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9780BA3-54C4-E328-80A5-11203F11A7AD}"/>
              </a:ext>
            </a:extLst>
          </p:cNvPr>
          <p:cNvSpPr/>
          <p:nvPr/>
        </p:nvSpPr>
        <p:spPr>
          <a:xfrm>
            <a:off x="8347531" y="5411160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5F54F-8871-0773-BD80-9987E67277E6}"/>
              </a:ext>
            </a:extLst>
          </p:cNvPr>
          <p:cNvSpPr txBox="1"/>
          <p:nvPr/>
        </p:nvSpPr>
        <p:spPr>
          <a:xfrm>
            <a:off x="8693731" y="5300807"/>
            <a:ext cx="329857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분석 결과 출력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요약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인사이트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시각화 차트를 출력한다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69C7D8E-B39C-6962-9967-9E15B7647ED7}"/>
              </a:ext>
            </a:extLst>
          </p:cNvPr>
          <p:cNvSpPr/>
          <p:nvPr/>
        </p:nvSpPr>
        <p:spPr>
          <a:xfrm>
            <a:off x="8347531" y="450376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7A5B6FE-5122-6410-D5F3-00D4FF8707D0}"/>
              </a:ext>
            </a:extLst>
          </p:cNvPr>
          <p:cNvSpPr/>
          <p:nvPr/>
        </p:nvSpPr>
        <p:spPr>
          <a:xfrm>
            <a:off x="8347531" y="3596378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DC953D-3D99-CA7E-6838-DCA21EF373CF}"/>
              </a:ext>
            </a:extLst>
          </p:cNvPr>
          <p:cNvSpPr txBox="1"/>
          <p:nvPr/>
        </p:nvSpPr>
        <p:spPr>
          <a:xfrm>
            <a:off x="8693732" y="3545577"/>
            <a:ext cx="29937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분석 요구 사항 입력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분석 요구 사항을 자연어로 입력한다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BB20FED-FC05-C5EC-87C1-972784F88AD8}"/>
              </a:ext>
            </a:extLst>
          </p:cNvPr>
          <p:cNvSpPr/>
          <p:nvPr/>
        </p:nvSpPr>
        <p:spPr>
          <a:xfrm>
            <a:off x="1111154" y="3881912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C35EAD1-7A22-8D5F-A122-6C5A5E98949E}"/>
              </a:ext>
            </a:extLst>
          </p:cNvPr>
          <p:cNvSpPr/>
          <p:nvPr/>
        </p:nvSpPr>
        <p:spPr>
          <a:xfrm>
            <a:off x="1090133" y="4946958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8EB038C-9B95-0568-54E0-B032F6AB26EC}"/>
              </a:ext>
            </a:extLst>
          </p:cNvPr>
          <p:cNvSpPr/>
          <p:nvPr/>
        </p:nvSpPr>
        <p:spPr>
          <a:xfrm>
            <a:off x="396451" y="5423425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B1DC801-D4C9-6749-B679-15F52614AC9A}"/>
              </a:ext>
            </a:extLst>
          </p:cNvPr>
          <p:cNvSpPr/>
          <p:nvPr/>
        </p:nvSpPr>
        <p:spPr>
          <a:xfrm>
            <a:off x="7038988" y="3009547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D4EC1F-CF6C-1D5B-7B96-6D35C9528888}"/>
              </a:ext>
            </a:extLst>
          </p:cNvPr>
          <p:cNvSpPr txBox="1"/>
          <p:nvPr/>
        </p:nvSpPr>
        <p:spPr>
          <a:xfrm>
            <a:off x="8746283" y="4414344"/>
            <a:ext cx="3445717" cy="630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분석 시작 버튼 클릭</a:t>
            </a:r>
          </a:p>
          <a:p>
            <a:pPr>
              <a:spcBef>
                <a:spcPts val="600"/>
              </a:spcBef>
            </a:pP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OpenAI API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를 이용해 분석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시각화를 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073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043460-B4B7-9C99-FEB1-2F16376EE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32" y="1261242"/>
            <a:ext cx="7675071" cy="5192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7421CFBD-5194-1202-A8A1-3588CB9B2A60}"/>
              </a:ext>
            </a:extLst>
          </p:cNvPr>
          <p:cNvGrpSpPr/>
          <p:nvPr/>
        </p:nvGrpSpPr>
        <p:grpSpPr>
          <a:xfrm>
            <a:off x="440217" y="404345"/>
            <a:ext cx="6822430" cy="708401"/>
            <a:chOff x="440217" y="404345"/>
            <a:chExt cx="6822430" cy="7084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ABD4CA-4B07-FE2F-5832-33792B6E5E6E}"/>
                </a:ext>
              </a:extLst>
            </p:cNvPr>
            <p:cNvSpPr txBox="1"/>
            <p:nvPr/>
          </p:nvSpPr>
          <p:spPr>
            <a:xfrm>
              <a:off x="1305887" y="404345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 err="1">
                  <a:latin typeface="Noto Sans KR" panose="020B0200000000000000" pitchFamily="50" charset="-127"/>
                  <a:ea typeface="Noto Sans KR" panose="020B0200000000000000" pitchFamily="50" charset="-127"/>
                </a:rPr>
                <a:t>챗봇</a:t>
              </a:r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 구현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4486229-8C46-BE4D-91AE-89907B6E8785}"/>
                </a:ext>
              </a:extLst>
            </p:cNvPr>
            <p:cNvSpPr/>
            <p:nvPr/>
          </p:nvSpPr>
          <p:spPr>
            <a:xfrm>
              <a:off x="440217" y="445749"/>
              <a:ext cx="662152" cy="662152"/>
            </a:xfrm>
            <a:prstGeom prst="roundRect">
              <a:avLst/>
            </a:prstGeom>
            <a:solidFill>
              <a:srgbClr val="78BC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07</a:t>
              </a:r>
              <a:endParaRPr lang="ko-KR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79F424-260A-6207-66D1-ED31B3AD9FBC}"/>
                </a:ext>
              </a:extLst>
            </p:cNvPr>
            <p:cNvSpPr txBox="1"/>
            <p:nvPr/>
          </p:nvSpPr>
          <p:spPr>
            <a:xfrm>
              <a:off x="1305886" y="835747"/>
              <a:ext cx="595676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오픈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AI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API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이용해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챗봇을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구현하고 채팅 대화를 저장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삭제하는 기능을 추가로 작성한다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E1AE9B2E-3D5B-6A65-1581-21F2259A03C7}"/>
              </a:ext>
            </a:extLst>
          </p:cNvPr>
          <p:cNvSpPr/>
          <p:nvPr/>
        </p:nvSpPr>
        <p:spPr>
          <a:xfrm>
            <a:off x="8252942" y="1942752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717280-45D2-2F29-E389-F88DC70A767B}"/>
              </a:ext>
            </a:extLst>
          </p:cNvPr>
          <p:cNvSpPr txBox="1"/>
          <p:nvPr/>
        </p:nvSpPr>
        <p:spPr>
          <a:xfrm>
            <a:off x="8599142" y="1869182"/>
            <a:ext cx="333010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새 대화 시작 버튼 클릭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버튼 클릭 시 새 대화를 시작한다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6E57B04-569E-3486-0D44-39B88EACAC20}"/>
              </a:ext>
            </a:extLst>
          </p:cNvPr>
          <p:cNvSpPr/>
          <p:nvPr/>
        </p:nvSpPr>
        <p:spPr>
          <a:xfrm>
            <a:off x="8252942" y="4421877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BC7B5C-0893-7E02-86C6-5DEACC850843}"/>
              </a:ext>
            </a:extLst>
          </p:cNvPr>
          <p:cNvSpPr txBox="1"/>
          <p:nvPr/>
        </p:nvSpPr>
        <p:spPr>
          <a:xfrm>
            <a:off x="8599142" y="4383782"/>
            <a:ext cx="329857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채팅창에 </a:t>
            </a:r>
            <a:r>
              <a:rPr lang="ko-KR" altLang="en-US" sz="1600" b="1" dirty="0" err="1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챗봇</a:t>
            </a: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대화 출력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챗봇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메시지를 왼쪽 채팅창에 출력한다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E5AAD0A-071C-73AE-BD2C-71D9EB3A711A}"/>
              </a:ext>
            </a:extLst>
          </p:cNvPr>
          <p:cNvSpPr/>
          <p:nvPr/>
        </p:nvSpPr>
        <p:spPr>
          <a:xfrm>
            <a:off x="8252942" y="3595502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C5F22D9-35A6-C596-0A9A-4F2BAF093E50}"/>
              </a:ext>
            </a:extLst>
          </p:cNvPr>
          <p:cNvSpPr/>
          <p:nvPr/>
        </p:nvSpPr>
        <p:spPr>
          <a:xfrm>
            <a:off x="8252942" y="2769127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DC8A7E-62D6-761B-5905-A73FD309CAAB}"/>
              </a:ext>
            </a:extLst>
          </p:cNvPr>
          <p:cNvSpPr txBox="1"/>
          <p:nvPr/>
        </p:nvSpPr>
        <p:spPr>
          <a:xfrm>
            <a:off x="8599142" y="2707382"/>
            <a:ext cx="335579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대화 내용 입력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입력 상자에 메시지를 입력 후 전송한다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698D7C-DE89-614C-426A-9E16142CA949}"/>
              </a:ext>
            </a:extLst>
          </p:cNvPr>
          <p:cNvSpPr txBox="1"/>
          <p:nvPr/>
        </p:nvSpPr>
        <p:spPr>
          <a:xfrm>
            <a:off x="8599142" y="3545582"/>
            <a:ext cx="344571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채팅창에 사용자 대화 출력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사용자 메시지를 오른쪽 채팅창에 출력한다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0F836DA-A6C3-0795-227D-373C09B4C06F}"/>
              </a:ext>
            </a:extLst>
          </p:cNvPr>
          <p:cNvSpPr/>
          <p:nvPr/>
        </p:nvSpPr>
        <p:spPr>
          <a:xfrm>
            <a:off x="228294" y="2557609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65E4530-A43D-9CC5-447E-00E5EFAD6B2D}"/>
              </a:ext>
            </a:extLst>
          </p:cNvPr>
          <p:cNvSpPr/>
          <p:nvPr/>
        </p:nvSpPr>
        <p:spPr>
          <a:xfrm>
            <a:off x="3549563" y="5983980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F3B0996-C96F-0C8A-0B53-C7A82B8ED42F}"/>
              </a:ext>
            </a:extLst>
          </p:cNvPr>
          <p:cNvSpPr/>
          <p:nvPr/>
        </p:nvSpPr>
        <p:spPr>
          <a:xfrm>
            <a:off x="5740986" y="2967511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C85033A-3D87-6403-D01A-4AEBF242DF49}"/>
              </a:ext>
            </a:extLst>
          </p:cNvPr>
          <p:cNvSpPr/>
          <p:nvPr/>
        </p:nvSpPr>
        <p:spPr>
          <a:xfrm>
            <a:off x="2519549" y="4176202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62AFDB1-F530-6AA2-0BBA-C015356AE7A5}"/>
              </a:ext>
            </a:extLst>
          </p:cNvPr>
          <p:cNvSpPr/>
          <p:nvPr/>
        </p:nvSpPr>
        <p:spPr>
          <a:xfrm>
            <a:off x="1174225" y="3755788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A96EF9E-38D8-482A-3445-ED1868594ED8}"/>
              </a:ext>
            </a:extLst>
          </p:cNvPr>
          <p:cNvSpPr/>
          <p:nvPr/>
        </p:nvSpPr>
        <p:spPr>
          <a:xfrm>
            <a:off x="8252942" y="5248253"/>
            <a:ext cx="355014" cy="336330"/>
          </a:xfrm>
          <a:prstGeom prst="ellipse">
            <a:avLst/>
          </a:prstGeom>
          <a:solidFill>
            <a:srgbClr val="78B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3F6A43-CA4A-EAA3-CB86-11537214FAD8}"/>
              </a:ext>
            </a:extLst>
          </p:cNvPr>
          <p:cNvSpPr txBox="1"/>
          <p:nvPr/>
        </p:nvSpPr>
        <p:spPr>
          <a:xfrm>
            <a:off x="8599142" y="5221980"/>
            <a:ext cx="343520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600" b="1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사용자 대화 목록 출력</a:t>
            </a:r>
            <a:endParaRPr lang="en-US" altLang="ko-KR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대화 목록을 출력하고 대화 삭제도 가능하다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1532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480</Words>
  <Application>Microsoft Office PowerPoint</Application>
  <PresentationFormat>와이드스크린</PresentationFormat>
  <Paragraphs>144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Noto Sans KR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15</cp:revision>
  <dcterms:created xsi:type="dcterms:W3CDTF">2026-06-07T09:19:31Z</dcterms:created>
  <dcterms:modified xsi:type="dcterms:W3CDTF">2026-06-07T13:35:29Z</dcterms:modified>
</cp:coreProperties>
</file>